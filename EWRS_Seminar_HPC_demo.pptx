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335" r:id="rId2"/>
    <p:sldId id="383" r:id="rId3"/>
    <p:sldId id="559" r:id="rId4"/>
    <p:sldId id="521" r:id="rId5"/>
    <p:sldId id="425" r:id="rId6"/>
    <p:sldId id="522" r:id="rId7"/>
    <p:sldId id="491" r:id="rId8"/>
    <p:sldId id="523" r:id="rId9"/>
    <p:sldId id="529" r:id="rId10"/>
    <p:sldId id="531" r:id="rId11"/>
    <p:sldId id="530" r:id="rId12"/>
    <p:sldId id="524" r:id="rId13"/>
    <p:sldId id="526" r:id="rId14"/>
    <p:sldId id="525" r:id="rId15"/>
    <p:sldId id="527" r:id="rId16"/>
    <p:sldId id="528" r:id="rId17"/>
    <p:sldId id="532" r:id="rId18"/>
    <p:sldId id="533" r:id="rId19"/>
    <p:sldId id="538" r:id="rId20"/>
    <p:sldId id="534" r:id="rId21"/>
    <p:sldId id="539" r:id="rId22"/>
    <p:sldId id="540" r:id="rId23"/>
    <p:sldId id="541" r:id="rId24"/>
    <p:sldId id="542" r:id="rId25"/>
    <p:sldId id="544" r:id="rId26"/>
    <p:sldId id="537" r:id="rId27"/>
    <p:sldId id="514" r:id="rId28"/>
    <p:sldId id="560" r:id="rId29"/>
    <p:sldId id="546" r:id="rId30"/>
    <p:sldId id="549" r:id="rId31"/>
    <p:sldId id="553" r:id="rId32"/>
    <p:sldId id="550" r:id="rId33"/>
    <p:sldId id="551" r:id="rId34"/>
    <p:sldId id="554" r:id="rId35"/>
    <p:sldId id="555" r:id="rId36"/>
    <p:sldId id="552" r:id="rId37"/>
    <p:sldId id="556" r:id="rId38"/>
    <p:sldId id="558" r:id="rId39"/>
    <p:sldId id="557" r:id="rId40"/>
    <p:sldId id="561" r:id="rId41"/>
    <p:sldId id="562" r:id="rId42"/>
    <p:sldId id="563" r:id="rId43"/>
    <p:sldId id="564" r:id="rId44"/>
    <p:sldId id="536" r:id="rId45"/>
    <p:sldId id="535" r:id="rId46"/>
    <p:sldId id="54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FE5513-E5FE-4E74-897D-85D09D7AD3C9}">
          <p14:sldIdLst>
            <p14:sldId id="335"/>
          </p14:sldIdLst>
        </p14:section>
        <p14:section name="Untitled Section" id="{3DE8436A-4B68-443E-BC5E-4ED63BBA1040}">
          <p14:sldIdLst>
            <p14:sldId id="383"/>
            <p14:sldId id="559"/>
            <p14:sldId id="521"/>
            <p14:sldId id="425"/>
            <p14:sldId id="522"/>
            <p14:sldId id="491"/>
            <p14:sldId id="523"/>
            <p14:sldId id="529"/>
            <p14:sldId id="531"/>
            <p14:sldId id="530"/>
            <p14:sldId id="524"/>
            <p14:sldId id="526"/>
            <p14:sldId id="525"/>
            <p14:sldId id="527"/>
            <p14:sldId id="528"/>
            <p14:sldId id="532"/>
            <p14:sldId id="533"/>
            <p14:sldId id="538"/>
            <p14:sldId id="534"/>
            <p14:sldId id="539"/>
            <p14:sldId id="540"/>
            <p14:sldId id="541"/>
            <p14:sldId id="542"/>
            <p14:sldId id="544"/>
            <p14:sldId id="537"/>
            <p14:sldId id="514"/>
            <p14:sldId id="560"/>
            <p14:sldId id="546"/>
            <p14:sldId id="549"/>
            <p14:sldId id="553"/>
            <p14:sldId id="550"/>
            <p14:sldId id="551"/>
            <p14:sldId id="554"/>
            <p14:sldId id="555"/>
            <p14:sldId id="552"/>
            <p14:sldId id="556"/>
            <p14:sldId id="558"/>
            <p14:sldId id="557"/>
            <p14:sldId id="561"/>
            <p14:sldId id="562"/>
            <p14:sldId id="563"/>
            <p14:sldId id="564"/>
            <p14:sldId id="536"/>
            <p14:sldId id="535"/>
            <p14:sldId id="5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900"/>
    <a:srgbClr val="161D26"/>
    <a:srgbClr val="F85985"/>
    <a:srgbClr val="F6989A"/>
    <a:srgbClr val="99C0E1"/>
    <a:srgbClr val="9DAC95"/>
    <a:srgbClr val="474C46"/>
    <a:srgbClr val="F3A26D"/>
    <a:srgbClr val="698E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1C961A-52B9-4E6D-89FF-18BF1AB5C4C5}" v="355" dt="2025-03-26T04:14:1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684" autoAdjust="0"/>
  </p:normalViewPr>
  <p:slideViewPr>
    <p:cSldViewPr snapToGrid="0">
      <p:cViewPr varScale="1">
        <p:scale>
          <a:sx n="97" d="100"/>
          <a:sy n="97" d="100"/>
        </p:scale>
        <p:origin x="11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llian Lau" userId="13602411434_tp_box_2" providerId="OAuth2" clId="{D51C961A-52B9-4E6D-89FF-18BF1AB5C4C5}"/>
    <pc:docChg chg="undo custSel addSld delSld modSld sldOrd addSection modSection">
      <pc:chgData name="Lillian Lau" userId="13602411434_tp_box_2" providerId="OAuth2" clId="{D51C961A-52B9-4E6D-89FF-18BF1AB5C4C5}" dt="2025-03-26T04:14:23.568" v="5364" actId="6549"/>
      <pc:docMkLst>
        <pc:docMk/>
      </pc:docMkLst>
      <pc:sldChg chg="del">
        <pc:chgData name="Lillian Lau" userId="13602411434_tp_box_2" providerId="OAuth2" clId="{D51C961A-52B9-4E6D-89FF-18BF1AB5C4C5}" dt="2025-03-26T03:05:11.659" v="2312" actId="47"/>
        <pc:sldMkLst>
          <pc:docMk/>
          <pc:sldMk cId="2362748870" sldId="297"/>
        </pc:sldMkLst>
      </pc:sldChg>
      <pc:sldChg chg="modSp mod">
        <pc:chgData name="Lillian Lau" userId="13602411434_tp_box_2" providerId="OAuth2" clId="{D51C961A-52B9-4E6D-89FF-18BF1AB5C4C5}" dt="2025-03-26T01:30:04.098" v="13" actId="20577"/>
        <pc:sldMkLst>
          <pc:docMk/>
          <pc:sldMk cId="2308848874" sldId="335"/>
        </pc:sldMkLst>
        <pc:spChg chg="mod">
          <ac:chgData name="Lillian Lau" userId="13602411434_tp_box_2" providerId="OAuth2" clId="{D51C961A-52B9-4E6D-89FF-18BF1AB5C4C5}" dt="2025-03-26T01:30:04.098" v="13" actId="20577"/>
          <ac:spMkLst>
            <pc:docMk/>
            <pc:sldMk cId="2308848874" sldId="335"/>
            <ac:spMk id="3" creationId="{F783F84B-5BE4-3C81-4A37-178009227671}"/>
          </ac:spMkLst>
        </pc:spChg>
      </pc:sldChg>
      <pc:sldChg chg="modSp del mod">
        <pc:chgData name="Lillian Lau" userId="13602411434_tp_box_2" providerId="OAuth2" clId="{D51C961A-52B9-4E6D-89FF-18BF1AB5C4C5}" dt="2025-03-26T03:05:05.176" v="2310" actId="47"/>
        <pc:sldMkLst>
          <pc:docMk/>
          <pc:sldMk cId="3960614559" sldId="359"/>
        </pc:sldMkLst>
        <pc:spChg chg="mod">
          <ac:chgData name="Lillian Lau" userId="13602411434_tp_box_2" providerId="OAuth2" clId="{D51C961A-52B9-4E6D-89FF-18BF1AB5C4C5}" dt="2025-03-26T02:56:05.049" v="1950"/>
          <ac:spMkLst>
            <pc:docMk/>
            <pc:sldMk cId="3960614559" sldId="359"/>
            <ac:spMk id="9" creationId="{4BB54FBD-EFFD-46D8-9CB7-B5B88BC09010}"/>
          </ac:spMkLst>
        </pc:spChg>
        <pc:spChg chg="mod">
          <ac:chgData name="Lillian Lau" userId="13602411434_tp_box_2" providerId="OAuth2" clId="{D51C961A-52B9-4E6D-89FF-18BF1AB5C4C5}" dt="2025-03-26T02:26:06.487" v="1749" actId="1076"/>
          <ac:spMkLst>
            <pc:docMk/>
            <pc:sldMk cId="3960614559" sldId="359"/>
            <ac:spMk id="22" creationId="{CFF2C61E-E104-D874-54D9-E50FB1607287}"/>
          </ac:spMkLst>
        </pc:spChg>
      </pc:sldChg>
      <pc:sldChg chg="del">
        <pc:chgData name="Lillian Lau" userId="13602411434_tp_box_2" providerId="OAuth2" clId="{D51C961A-52B9-4E6D-89FF-18BF1AB5C4C5}" dt="2025-03-26T03:05:11.659" v="2312" actId="47"/>
        <pc:sldMkLst>
          <pc:docMk/>
          <pc:sldMk cId="3519242199" sldId="360"/>
        </pc:sldMkLst>
      </pc:sldChg>
      <pc:sldChg chg="modSp del mod ord">
        <pc:chgData name="Lillian Lau" userId="13602411434_tp_box_2" providerId="OAuth2" clId="{D51C961A-52B9-4E6D-89FF-18BF1AB5C4C5}" dt="2025-03-26T03:05:08.159" v="2311" actId="47"/>
        <pc:sldMkLst>
          <pc:docMk/>
          <pc:sldMk cId="2647836065" sldId="362"/>
        </pc:sldMkLst>
        <pc:spChg chg="mod">
          <ac:chgData name="Lillian Lau" userId="13602411434_tp_box_2" providerId="OAuth2" clId="{D51C961A-52B9-4E6D-89FF-18BF1AB5C4C5}" dt="2025-03-26T02:27:15.794" v="1758"/>
          <ac:spMkLst>
            <pc:docMk/>
            <pc:sldMk cId="2647836065" sldId="362"/>
            <ac:spMk id="22" creationId="{CFF2C61E-E104-D874-54D9-E50FB1607287}"/>
          </ac:spMkLst>
        </pc:spChg>
      </pc:sldChg>
      <pc:sldChg chg="addSp delSp modSp mod ord">
        <pc:chgData name="Lillian Lau" userId="13602411434_tp_box_2" providerId="OAuth2" clId="{D51C961A-52B9-4E6D-89FF-18BF1AB5C4C5}" dt="2025-03-26T03:55:35.009" v="4138" actId="20577"/>
        <pc:sldMkLst>
          <pc:docMk/>
          <pc:sldMk cId="2742235575" sldId="363"/>
        </pc:sldMkLst>
        <pc:spChg chg="del">
          <ac:chgData name="Lillian Lau" userId="13602411434_tp_box_2" providerId="OAuth2" clId="{D51C961A-52B9-4E6D-89FF-18BF1AB5C4C5}" dt="2025-03-26T03:03:18.878" v="2284" actId="478"/>
          <ac:spMkLst>
            <pc:docMk/>
            <pc:sldMk cId="2742235575" sldId="363"/>
            <ac:spMk id="6" creationId="{C6CF2A44-58C5-2CA8-BB64-6E4754838D56}"/>
          </ac:spMkLst>
        </pc:spChg>
        <pc:spChg chg="mod">
          <ac:chgData name="Lillian Lau" userId="13602411434_tp_box_2" providerId="OAuth2" clId="{D51C961A-52B9-4E6D-89FF-18BF1AB5C4C5}" dt="2025-03-26T02:56:12.538" v="1953"/>
          <ac:spMkLst>
            <pc:docMk/>
            <pc:sldMk cId="2742235575" sldId="363"/>
            <ac:spMk id="9" creationId="{4BB54FBD-EFFD-46D8-9CB7-B5B88BC09010}"/>
          </ac:spMkLst>
        </pc:spChg>
        <pc:spChg chg="add mod">
          <ac:chgData name="Lillian Lau" userId="13602411434_tp_box_2" providerId="OAuth2" clId="{D51C961A-52B9-4E6D-89FF-18BF1AB5C4C5}" dt="2025-03-26T03:21:29.263" v="2728" actId="1036"/>
          <ac:spMkLst>
            <pc:docMk/>
            <pc:sldMk cId="2742235575" sldId="363"/>
            <ac:spMk id="16" creationId="{FABFDE3E-0C95-F0F3-8C2F-ED26F985A4ED}"/>
          </ac:spMkLst>
        </pc:spChg>
        <pc:spChg chg="add mod">
          <ac:chgData name="Lillian Lau" userId="13602411434_tp_box_2" providerId="OAuth2" clId="{D51C961A-52B9-4E6D-89FF-18BF1AB5C4C5}" dt="2025-03-26T03:21:29.263" v="2728" actId="1036"/>
          <ac:spMkLst>
            <pc:docMk/>
            <pc:sldMk cId="2742235575" sldId="363"/>
            <ac:spMk id="18" creationId="{52DAF8D6-37E2-89D5-0879-74BACD61E830}"/>
          </ac:spMkLst>
        </pc:spChg>
        <pc:spChg chg="add del mod">
          <ac:chgData name="Lillian Lau" userId="13602411434_tp_box_2" providerId="OAuth2" clId="{D51C961A-52B9-4E6D-89FF-18BF1AB5C4C5}" dt="2025-03-26T03:04:00.179" v="2289" actId="478"/>
          <ac:spMkLst>
            <pc:docMk/>
            <pc:sldMk cId="2742235575" sldId="363"/>
            <ac:spMk id="19" creationId="{618B7192-7A5B-80FF-F045-5E63399C8828}"/>
          </ac:spMkLst>
        </pc:spChg>
        <pc:spChg chg="add mod">
          <ac:chgData name="Lillian Lau" userId="13602411434_tp_box_2" providerId="OAuth2" clId="{D51C961A-52B9-4E6D-89FF-18BF1AB5C4C5}" dt="2025-03-26T03:19:22.077" v="2662" actId="1076"/>
          <ac:spMkLst>
            <pc:docMk/>
            <pc:sldMk cId="2742235575" sldId="363"/>
            <ac:spMk id="20" creationId="{BBEB83EB-250A-6228-66EF-CEEE51DFC9AE}"/>
          </ac:spMkLst>
        </pc:spChg>
        <pc:spChg chg="mod">
          <ac:chgData name="Lillian Lau" userId="13602411434_tp_box_2" providerId="OAuth2" clId="{D51C961A-52B9-4E6D-89FF-18BF1AB5C4C5}" dt="2025-03-26T03:21:29.263" v="2728" actId="1036"/>
          <ac:spMkLst>
            <pc:docMk/>
            <pc:sldMk cId="2742235575" sldId="363"/>
            <ac:spMk id="22" creationId="{CFF2C61E-E104-D874-54D9-E50FB1607287}"/>
          </ac:spMkLst>
        </pc:spChg>
        <pc:spChg chg="mod">
          <ac:chgData name="Lillian Lau" userId="13602411434_tp_box_2" providerId="OAuth2" clId="{D51C961A-52B9-4E6D-89FF-18BF1AB5C4C5}" dt="2025-03-26T03:21:29.263" v="2728" actId="1036"/>
          <ac:spMkLst>
            <pc:docMk/>
            <pc:sldMk cId="2742235575" sldId="363"/>
            <ac:spMk id="24" creationId="{9EEB4192-084B-0A35-B330-B098280729EC}"/>
          </ac:spMkLst>
        </pc:spChg>
        <pc:spChg chg="mod">
          <ac:chgData name="Lillian Lau" userId="13602411434_tp_box_2" providerId="OAuth2" clId="{D51C961A-52B9-4E6D-89FF-18BF1AB5C4C5}" dt="2025-03-26T03:21:29.263" v="2728" actId="1036"/>
          <ac:spMkLst>
            <pc:docMk/>
            <pc:sldMk cId="2742235575" sldId="363"/>
            <ac:spMk id="25" creationId="{83B03484-949D-4654-29D9-BFB59BB41E08}"/>
          </ac:spMkLst>
        </pc:spChg>
        <pc:spChg chg="mod">
          <ac:chgData name="Lillian Lau" userId="13602411434_tp_box_2" providerId="OAuth2" clId="{D51C961A-52B9-4E6D-89FF-18BF1AB5C4C5}" dt="2025-03-26T03:21:29.263" v="2728" actId="1036"/>
          <ac:spMkLst>
            <pc:docMk/>
            <pc:sldMk cId="2742235575" sldId="363"/>
            <ac:spMk id="26" creationId="{09229B2A-073F-2FB8-7B6B-78DA178BEE34}"/>
          </ac:spMkLst>
        </pc:spChg>
        <pc:spChg chg="mod">
          <ac:chgData name="Lillian Lau" userId="13602411434_tp_box_2" providerId="OAuth2" clId="{D51C961A-52B9-4E6D-89FF-18BF1AB5C4C5}" dt="2025-03-26T03:19:22.077" v="2662" actId="1076"/>
          <ac:spMkLst>
            <pc:docMk/>
            <pc:sldMk cId="2742235575" sldId="363"/>
            <ac:spMk id="35" creationId="{399F65AB-4A52-4754-BBD5-FABCFAB9E707}"/>
          </ac:spMkLst>
        </pc:spChg>
        <pc:spChg chg="del">
          <ac:chgData name="Lillian Lau" userId="13602411434_tp_box_2" providerId="OAuth2" clId="{D51C961A-52B9-4E6D-89FF-18BF1AB5C4C5}" dt="2025-03-26T02:56:29.452" v="1958" actId="478"/>
          <ac:spMkLst>
            <pc:docMk/>
            <pc:sldMk cId="2742235575" sldId="363"/>
            <ac:spMk id="36" creationId="{1748FE08-CFB9-266A-5111-62B3936ADEFC}"/>
          </ac:spMkLst>
        </pc:spChg>
        <pc:spChg chg="mod">
          <ac:chgData name="Lillian Lau" userId="13602411434_tp_box_2" providerId="OAuth2" clId="{D51C961A-52B9-4E6D-89FF-18BF1AB5C4C5}" dt="2025-03-26T03:19:22.077" v="2662" actId="1076"/>
          <ac:spMkLst>
            <pc:docMk/>
            <pc:sldMk cId="2742235575" sldId="363"/>
            <ac:spMk id="37" creationId="{A1CD10B8-6BC1-1BF5-2F1D-D74CC865F4D0}"/>
          </ac:spMkLst>
        </pc:spChg>
        <pc:spChg chg="add mod">
          <ac:chgData name="Lillian Lau" userId="13602411434_tp_box_2" providerId="OAuth2" clId="{D51C961A-52B9-4E6D-89FF-18BF1AB5C4C5}" dt="2025-03-26T03:55:35.009" v="4138" actId="20577"/>
          <ac:spMkLst>
            <pc:docMk/>
            <pc:sldMk cId="2742235575" sldId="363"/>
            <ac:spMk id="64" creationId="{5F25B82F-0C13-BCA3-383D-296A6EB63990}"/>
          </ac:spMkLst>
        </pc:spChg>
        <pc:spChg chg="add mod">
          <ac:chgData name="Lillian Lau" userId="13602411434_tp_box_2" providerId="OAuth2" clId="{D51C961A-52B9-4E6D-89FF-18BF1AB5C4C5}" dt="2025-03-26T03:54:25.618" v="4127" actId="20577"/>
          <ac:spMkLst>
            <pc:docMk/>
            <pc:sldMk cId="2742235575" sldId="363"/>
            <ac:spMk id="65" creationId="{FD1B2919-E902-4EB1-8A21-3A839CE40FC0}"/>
          </ac:spMkLst>
        </pc:spChg>
        <pc:spChg chg="add mod">
          <ac:chgData name="Lillian Lau" userId="13602411434_tp_box_2" providerId="OAuth2" clId="{D51C961A-52B9-4E6D-89FF-18BF1AB5C4C5}" dt="2025-03-26T03:52:48.942" v="4115" actId="1076"/>
          <ac:spMkLst>
            <pc:docMk/>
            <pc:sldMk cId="2742235575" sldId="363"/>
            <ac:spMk id="66" creationId="{2C3D2706-A6D9-1D25-6A50-3C192722DCBA}"/>
          </ac:spMkLst>
        </pc:spChg>
        <pc:spChg chg="add del mod">
          <ac:chgData name="Lillian Lau" userId="13602411434_tp_box_2" providerId="OAuth2" clId="{D51C961A-52B9-4E6D-89FF-18BF1AB5C4C5}" dt="2025-03-26T03:19:24.530" v="2663" actId="478"/>
          <ac:spMkLst>
            <pc:docMk/>
            <pc:sldMk cId="2742235575" sldId="363"/>
            <ac:spMk id="67" creationId="{07D2BBF4-1321-827D-C5F5-F429F1F1ECEC}"/>
          </ac:spMkLst>
        </pc:spChg>
        <pc:grpChg chg="del">
          <ac:chgData name="Lillian Lau" userId="13602411434_tp_box_2" providerId="OAuth2" clId="{D51C961A-52B9-4E6D-89FF-18BF1AB5C4C5}" dt="2025-03-26T02:56:29.452" v="1958" actId="478"/>
          <ac:grpSpMkLst>
            <pc:docMk/>
            <pc:sldMk cId="2742235575" sldId="363"/>
            <ac:grpSpMk id="3" creationId="{4572F54A-4383-DE81-8950-DC719DEFE0AD}"/>
          </ac:grpSpMkLst>
        </pc:grpChg>
        <pc:grpChg chg="mod">
          <ac:chgData name="Lillian Lau" userId="13602411434_tp_box_2" providerId="OAuth2" clId="{D51C961A-52B9-4E6D-89FF-18BF1AB5C4C5}" dt="2025-03-26T03:21:09.262" v="2716" actId="1076"/>
          <ac:grpSpMkLst>
            <pc:docMk/>
            <pc:sldMk cId="2742235575" sldId="363"/>
            <ac:grpSpMk id="17" creationId="{BF9C9E75-C5E8-7E13-BE55-9E198A8A1092}"/>
          </ac:grpSpMkLst>
        </pc:grpChg>
        <pc:grpChg chg="mod">
          <ac:chgData name="Lillian Lau" userId="13602411434_tp_box_2" providerId="OAuth2" clId="{D51C961A-52B9-4E6D-89FF-18BF1AB5C4C5}" dt="2025-03-26T03:06:31.376" v="2346" actId="1076"/>
          <ac:grpSpMkLst>
            <pc:docMk/>
            <pc:sldMk cId="2742235575" sldId="363"/>
            <ac:grpSpMk id="23" creationId="{0A675416-D42E-EE64-87AE-AB3139A0B6C4}"/>
          </ac:grpSpMkLst>
        </pc:grpChg>
        <pc:picChg chg="mod">
          <ac:chgData name="Lillian Lau" userId="13602411434_tp_box_2" providerId="OAuth2" clId="{D51C961A-52B9-4E6D-89FF-18BF1AB5C4C5}" dt="2025-03-26T03:21:29.263" v="2728" actId="1036"/>
          <ac:picMkLst>
            <pc:docMk/>
            <pc:sldMk cId="2742235575" sldId="363"/>
            <ac:picMk id="21" creationId="{687D10F6-5731-D55A-5EBD-EC38FDD8D6A8}"/>
          </ac:picMkLst>
        </pc:picChg>
        <pc:cxnChg chg="add del mod">
          <ac:chgData name="Lillian Lau" userId="13602411434_tp_box_2" providerId="OAuth2" clId="{D51C961A-52B9-4E6D-89FF-18BF1AB5C4C5}" dt="2025-03-26T03:04:14.422" v="2293" actId="478"/>
          <ac:cxnSpMkLst>
            <pc:docMk/>
            <pc:sldMk cId="2742235575" sldId="363"/>
            <ac:cxnSpMk id="27" creationId="{5C3232FA-1560-A213-A9BB-6E72925323D6}"/>
          </ac:cxnSpMkLst>
        </pc:cxnChg>
        <pc:cxnChg chg="add mod">
          <ac:chgData name="Lillian Lau" userId="13602411434_tp_box_2" providerId="OAuth2" clId="{D51C961A-52B9-4E6D-89FF-18BF1AB5C4C5}" dt="2025-03-26T03:06:31.376" v="2346" actId="1076"/>
          <ac:cxnSpMkLst>
            <pc:docMk/>
            <pc:sldMk cId="2742235575" sldId="363"/>
            <ac:cxnSpMk id="28" creationId="{88829B5A-E572-F5A4-3BFF-B86F084F01C8}"/>
          </ac:cxnSpMkLst>
        </pc:cxnChg>
        <pc:cxnChg chg="add mod">
          <ac:chgData name="Lillian Lau" userId="13602411434_tp_box_2" providerId="OAuth2" clId="{D51C961A-52B9-4E6D-89FF-18BF1AB5C4C5}" dt="2025-03-26T03:06:31.376" v="2346" actId="1076"/>
          <ac:cxnSpMkLst>
            <pc:docMk/>
            <pc:sldMk cId="2742235575" sldId="363"/>
            <ac:cxnSpMk id="29" creationId="{7C4C3A18-3A25-2F6B-3546-4C8489ED5B9B}"/>
          </ac:cxnSpMkLst>
        </pc:cxnChg>
        <pc:cxnChg chg="add mod">
          <ac:chgData name="Lillian Lau" userId="13602411434_tp_box_2" providerId="OAuth2" clId="{D51C961A-52B9-4E6D-89FF-18BF1AB5C4C5}" dt="2025-03-26T03:04:44.743" v="2304" actId="14100"/>
          <ac:cxnSpMkLst>
            <pc:docMk/>
            <pc:sldMk cId="2742235575" sldId="363"/>
            <ac:cxnSpMk id="30" creationId="{571EAFD2-2189-F012-8A52-C613583E26A6}"/>
          </ac:cxnSpMkLst>
        </pc:cxnChg>
        <pc:cxnChg chg="add mod">
          <ac:chgData name="Lillian Lau" userId="13602411434_tp_box_2" providerId="OAuth2" clId="{D51C961A-52B9-4E6D-89FF-18BF1AB5C4C5}" dt="2025-03-26T03:06:31.376" v="2346" actId="1076"/>
          <ac:cxnSpMkLst>
            <pc:docMk/>
            <pc:sldMk cId="2742235575" sldId="363"/>
            <ac:cxnSpMk id="31" creationId="{665F08F8-B4F5-2DEE-E49D-F48B1FC444C6}"/>
          </ac:cxnSpMkLst>
        </pc:cxnChg>
        <pc:cxnChg chg="add del mod">
          <ac:chgData name="Lillian Lau" userId="13602411434_tp_box_2" providerId="OAuth2" clId="{D51C961A-52B9-4E6D-89FF-18BF1AB5C4C5}" dt="2025-03-26T03:04:47.162" v="2305" actId="478"/>
          <ac:cxnSpMkLst>
            <pc:docMk/>
            <pc:sldMk cId="2742235575" sldId="363"/>
            <ac:cxnSpMk id="32" creationId="{66DC3D6C-75A7-CC0D-134E-C400E0B00D26}"/>
          </ac:cxnSpMkLst>
        </pc:cxnChg>
        <pc:cxnChg chg="add del mod">
          <ac:chgData name="Lillian Lau" userId="13602411434_tp_box_2" providerId="OAuth2" clId="{D51C961A-52B9-4E6D-89FF-18BF1AB5C4C5}" dt="2025-03-26T03:04:24.164" v="2297" actId="478"/>
          <ac:cxnSpMkLst>
            <pc:docMk/>
            <pc:sldMk cId="2742235575" sldId="363"/>
            <ac:cxnSpMk id="33" creationId="{FB7FF1F2-5726-0BEF-3281-724E5165D200}"/>
          </ac:cxnSpMkLst>
        </pc:cxnChg>
        <pc:cxnChg chg="add mod">
          <ac:chgData name="Lillian Lau" userId="13602411434_tp_box_2" providerId="OAuth2" clId="{D51C961A-52B9-4E6D-89FF-18BF1AB5C4C5}" dt="2025-03-26T03:06:31.376" v="2346" actId="1076"/>
          <ac:cxnSpMkLst>
            <pc:docMk/>
            <pc:sldMk cId="2742235575" sldId="363"/>
            <ac:cxnSpMk id="34" creationId="{FAB9A7BD-ED94-77B9-2EA7-0044EF0903D2}"/>
          </ac:cxnSpMkLst>
        </pc:cxnChg>
        <pc:cxnChg chg="add mod">
          <ac:chgData name="Lillian Lau" userId="13602411434_tp_box_2" providerId="OAuth2" clId="{D51C961A-52B9-4E6D-89FF-18BF1AB5C4C5}" dt="2025-03-26T03:04:41.046" v="2302" actId="14100"/>
          <ac:cxnSpMkLst>
            <pc:docMk/>
            <pc:sldMk cId="2742235575" sldId="363"/>
            <ac:cxnSpMk id="38" creationId="{480D4B0D-AB9B-5831-6FDC-979CBB014504}"/>
          </ac:cxnSpMkLst>
        </pc:cxnChg>
        <pc:cxnChg chg="mod">
          <ac:chgData name="Lillian Lau" userId="13602411434_tp_box_2" providerId="OAuth2" clId="{D51C961A-52B9-4E6D-89FF-18BF1AB5C4C5}" dt="2025-03-26T03:21:05.445" v="2714" actId="14100"/>
          <ac:cxnSpMkLst>
            <pc:docMk/>
            <pc:sldMk cId="2742235575" sldId="363"/>
            <ac:cxnSpMk id="40" creationId="{AD78C0EC-4D14-70BD-71D6-1CA75417E46A}"/>
          </ac:cxnSpMkLst>
        </pc:cxnChg>
        <pc:cxnChg chg="mod">
          <ac:chgData name="Lillian Lau" userId="13602411434_tp_box_2" providerId="OAuth2" clId="{D51C961A-52B9-4E6D-89FF-18BF1AB5C4C5}" dt="2025-03-26T03:21:03.380" v="2713" actId="1076"/>
          <ac:cxnSpMkLst>
            <pc:docMk/>
            <pc:sldMk cId="2742235575" sldId="363"/>
            <ac:cxnSpMk id="41" creationId="{8E5A64AF-4EF5-10A1-60C7-492EFF406A73}"/>
          </ac:cxnSpMkLst>
        </pc:cxnChg>
        <pc:cxnChg chg="mod">
          <ac:chgData name="Lillian Lau" userId="13602411434_tp_box_2" providerId="OAuth2" clId="{D51C961A-52B9-4E6D-89FF-18BF1AB5C4C5}" dt="2025-03-26T03:21:07.213" v="2715" actId="14100"/>
          <ac:cxnSpMkLst>
            <pc:docMk/>
            <pc:sldMk cId="2742235575" sldId="363"/>
            <ac:cxnSpMk id="42" creationId="{AA8E481E-AB96-822F-773A-90E6867CBE69}"/>
          </ac:cxnSpMkLst>
        </pc:cxnChg>
        <pc:cxnChg chg="del">
          <ac:chgData name="Lillian Lau" userId="13602411434_tp_box_2" providerId="OAuth2" clId="{D51C961A-52B9-4E6D-89FF-18BF1AB5C4C5}" dt="2025-03-26T02:56:32.898" v="1959" actId="478"/>
          <ac:cxnSpMkLst>
            <pc:docMk/>
            <pc:sldMk cId="2742235575" sldId="363"/>
            <ac:cxnSpMk id="47" creationId="{EE7A0204-86B3-D6DA-1AD8-D903C5252A16}"/>
          </ac:cxnSpMkLst>
        </pc:cxnChg>
        <pc:cxnChg chg="del">
          <ac:chgData name="Lillian Lau" userId="13602411434_tp_box_2" providerId="OAuth2" clId="{D51C961A-52B9-4E6D-89FF-18BF1AB5C4C5}" dt="2025-03-26T02:56:32.898" v="1959" actId="478"/>
          <ac:cxnSpMkLst>
            <pc:docMk/>
            <pc:sldMk cId="2742235575" sldId="363"/>
            <ac:cxnSpMk id="48" creationId="{829D022C-7C65-5133-064D-E873A5C467A4}"/>
          </ac:cxnSpMkLst>
        </pc:cxnChg>
        <pc:cxnChg chg="del">
          <ac:chgData name="Lillian Lau" userId="13602411434_tp_box_2" providerId="OAuth2" clId="{D51C961A-52B9-4E6D-89FF-18BF1AB5C4C5}" dt="2025-03-26T02:56:32.898" v="1959" actId="478"/>
          <ac:cxnSpMkLst>
            <pc:docMk/>
            <pc:sldMk cId="2742235575" sldId="363"/>
            <ac:cxnSpMk id="49" creationId="{9094B03C-BF45-7B07-839F-8EADBDB1FE91}"/>
          </ac:cxnSpMkLst>
        </pc:cxnChg>
        <pc:cxnChg chg="del">
          <ac:chgData name="Lillian Lau" userId="13602411434_tp_box_2" providerId="OAuth2" clId="{D51C961A-52B9-4E6D-89FF-18BF1AB5C4C5}" dt="2025-03-26T02:56:32.898" v="1959" actId="478"/>
          <ac:cxnSpMkLst>
            <pc:docMk/>
            <pc:sldMk cId="2742235575" sldId="363"/>
            <ac:cxnSpMk id="50" creationId="{B7941475-A7A2-C78B-EF85-3235BA0050D2}"/>
          </ac:cxnSpMkLst>
        </pc:cxnChg>
        <pc:cxnChg chg="del">
          <ac:chgData name="Lillian Lau" userId="13602411434_tp_box_2" providerId="OAuth2" clId="{D51C961A-52B9-4E6D-89FF-18BF1AB5C4C5}" dt="2025-03-26T02:56:32.898" v="1959" actId="478"/>
          <ac:cxnSpMkLst>
            <pc:docMk/>
            <pc:sldMk cId="2742235575" sldId="363"/>
            <ac:cxnSpMk id="51" creationId="{3EBFF21F-CFB3-AA7F-FF33-405BD5406977}"/>
          </ac:cxnSpMkLst>
        </pc:cxnChg>
        <pc:cxnChg chg="del">
          <ac:chgData name="Lillian Lau" userId="13602411434_tp_box_2" providerId="OAuth2" clId="{D51C961A-52B9-4E6D-89FF-18BF1AB5C4C5}" dt="2025-03-26T02:56:32.898" v="1959" actId="478"/>
          <ac:cxnSpMkLst>
            <pc:docMk/>
            <pc:sldMk cId="2742235575" sldId="363"/>
            <ac:cxnSpMk id="52" creationId="{BF3768A4-8D1A-154E-C010-03C4B3BAAC10}"/>
          </ac:cxnSpMkLst>
        </pc:cxnChg>
        <pc:cxnChg chg="del">
          <ac:chgData name="Lillian Lau" userId="13602411434_tp_box_2" providerId="OAuth2" clId="{D51C961A-52B9-4E6D-89FF-18BF1AB5C4C5}" dt="2025-03-26T02:56:32.898" v="1959" actId="478"/>
          <ac:cxnSpMkLst>
            <pc:docMk/>
            <pc:sldMk cId="2742235575" sldId="363"/>
            <ac:cxnSpMk id="53" creationId="{8316DD70-175C-2AFB-0D32-0EB86530C5D2}"/>
          </ac:cxnSpMkLst>
        </pc:cxnChg>
        <pc:cxnChg chg="del">
          <ac:chgData name="Lillian Lau" userId="13602411434_tp_box_2" providerId="OAuth2" clId="{D51C961A-52B9-4E6D-89FF-18BF1AB5C4C5}" dt="2025-03-26T02:56:32.898" v="1959" actId="478"/>
          <ac:cxnSpMkLst>
            <pc:docMk/>
            <pc:sldMk cId="2742235575" sldId="363"/>
            <ac:cxnSpMk id="54" creationId="{0469AF36-DFB2-278F-2354-5E50073A9E4D}"/>
          </ac:cxnSpMkLst>
        </pc:cxnChg>
        <pc:cxnChg chg="del">
          <ac:chgData name="Lillian Lau" userId="13602411434_tp_box_2" providerId="OAuth2" clId="{D51C961A-52B9-4E6D-89FF-18BF1AB5C4C5}" dt="2025-03-26T02:56:32.898" v="1959" actId="478"/>
          <ac:cxnSpMkLst>
            <pc:docMk/>
            <pc:sldMk cId="2742235575" sldId="363"/>
            <ac:cxnSpMk id="55" creationId="{A59A8907-3A59-6871-558F-6DFB1A8C2BC6}"/>
          </ac:cxnSpMkLst>
        </pc:cxnChg>
      </pc:sldChg>
      <pc:sldChg chg="del">
        <pc:chgData name="Lillian Lau" userId="13602411434_tp_box_2" providerId="OAuth2" clId="{D51C961A-52B9-4E6D-89FF-18BF1AB5C4C5}" dt="2025-03-26T03:22:05.226" v="2738" actId="47"/>
        <pc:sldMkLst>
          <pc:docMk/>
          <pc:sldMk cId="2177934090" sldId="369"/>
        </pc:sldMkLst>
      </pc:sldChg>
      <pc:sldChg chg="del">
        <pc:chgData name="Lillian Lau" userId="13602411434_tp_box_2" providerId="OAuth2" clId="{D51C961A-52B9-4E6D-89FF-18BF1AB5C4C5}" dt="2025-03-26T03:22:05.226" v="2738" actId="47"/>
        <pc:sldMkLst>
          <pc:docMk/>
          <pc:sldMk cId="527461616" sldId="370"/>
        </pc:sldMkLst>
      </pc:sldChg>
      <pc:sldChg chg="del">
        <pc:chgData name="Lillian Lau" userId="13602411434_tp_box_2" providerId="OAuth2" clId="{D51C961A-52B9-4E6D-89FF-18BF1AB5C4C5}" dt="2025-03-26T03:22:05.226" v="2738" actId="47"/>
        <pc:sldMkLst>
          <pc:docMk/>
          <pc:sldMk cId="220367790" sldId="376"/>
        </pc:sldMkLst>
      </pc:sldChg>
      <pc:sldChg chg="addSp delSp modSp add del mod">
        <pc:chgData name="Lillian Lau" userId="13602411434_tp_box_2" providerId="OAuth2" clId="{D51C961A-52B9-4E6D-89FF-18BF1AB5C4C5}" dt="2025-03-26T02:08:04.242" v="1188" actId="207"/>
        <pc:sldMkLst>
          <pc:docMk/>
          <pc:sldMk cId="237848481" sldId="379"/>
        </pc:sldMkLst>
        <pc:spChg chg="del">
          <ac:chgData name="Lillian Lau" userId="13602411434_tp_box_2" providerId="OAuth2" clId="{D51C961A-52B9-4E6D-89FF-18BF1AB5C4C5}" dt="2025-03-26T01:56:48.462" v="829" actId="478"/>
          <ac:spMkLst>
            <pc:docMk/>
            <pc:sldMk cId="237848481" sldId="379"/>
            <ac:spMk id="4" creationId="{5DBCCCD8-709E-4DC3-D951-7663F548601D}"/>
          </ac:spMkLst>
        </pc:spChg>
        <pc:spChg chg="add mod ord">
          <ac:chgData name="Lillian Lau" userId="13602411434_tp_box_2" providerId="OAuth2" clId="{D51C961A-52B9-4E6D-89FF-18BF1AB5C4C5}" dt="2025-03-26T02:08:04.242" v="1188" actId="207"/>
          <ac:spMkLst>
            <pc:docMk/>
            <pc:sldMk cId="237848481" sldId="379"/>
            <ac:spMk id="6" creationId="{3F5ED417-0AE2-512B-BF16-79A3207C0339}"/>
          </ac:spMkLst>
        </pc:spChg>
        <pc:spChg chg="add mod">
          <ac:chgData name="Lillian Lau" userId="13602411434_tp_box_2" providerId="OAuth2" clId="{D51C961A-52B9-4E6D-89FF-18BF1AB5C4C5}" dt="2025-03-26T01:59:08.952" v="838" actId="14100"/>
          <ac:spMkLst>
            <pc:docMk/>
            <pc:sldMk cId="237848481" sldId="379"/>
            <ac:spMk id="7" creationId="{91DD114A-C905-3EE8-DDB6-6D04E713F8D8}"/>
          </ac:spMkLst>
        </pc:spChg>
        <pc:spChg chg="mod">
          <ac:chgData name="Lillian Lau" userId="13602411434_tp_box_2" providerId="OAuth2" clId="{D51C961A-52B9-4E6D-89FF-18BF1AB5C4C5}" dt="2025-03-26T01:53:00.776" v="828" actId="20577"/>
          <ac:spMkLst>
            <pc:docMk/>
            <pc:sldMk cId="237848481" sldId="379"/>
            <ac:spMk id="9" creationId="{4BB54FBD-EFFD-46D8-9CB7-B5B88BC09010}"/>
          </ac:spMkLst>
        </pc:spChg>
        <pc:spChg chg="add mod">
          <ac:chgData name="Lillian Lau" userId="13602411434_tp_box_2" providerId="OAuth2" clId="{D51C961A-52B9-4E6D-89FF-18BF1AB5C4C5}" dt="2025-03-26T02:00:15.942" v="855" actId="14100"/>
          <ac:spMkLst>
            <pc:docMk/>
            <pc:sldMk cId="237848481" sldId="379"/>
            <ac:spMk id="10" creationId="{8188FDC8-B190-3E26-1C0F-2A0440866DE3}"/>
          </ac:spMkLst>
        </pc:spChg>
        <pc:picChg chg="add mod">
          <ac:chgData name="Lillian Lau" userId="13602411434_tp_box_2" providerId="OAuth2" clId="{D51C961A-52B9-4E6D-89FF-18BF1AB5C4C5}" dt="2025-03-26T01:59:40.564" v="846"/>
          <ac:picMkLst>
            <pc:docMk/>
            <pc:sldMk cId="237848481" sldId="379"/>
            <ac:picMk id="5" creationId="{911146F8-F6EA-0F38-B4B4-ABEA3FD68D43}"/>
          </ac:picMkLst>
        </pc:picChg>
        <pc:picChg chg="add mod ord modCrop">
          <ac:chgData name="Lillian Lau" userId="13602411434_tp_box_2" providerId="OAuth2" clId="{D51C961A-52B9-4E6D-89FF-18BF1AB5C4C5}" dt="2025-03-26T02:01:14.739" v="869" actId="1076"/>
          <ac:picMkLst>
            <pc:docMk/>
            <pc:sldMk cId="237848481" sldId="379"/>
            <ac:picMk id="8" creationId="{64FB14C1-8A0F-5826-1A32-560E156B8B0E}"/>
          </ac:picMkLst>
        </pc:picChg>
        <pc:cxnChg chg="add mod">
          <ac:chgData name="Lillian Lau" userId="13602411434_tp_box_2" providerId="OAuth2" clId="{D51C961A-52B9-4E6D-89FF-18BF1AB5C4C5}" dt="2025-03-26T02:01:19.579" v="870" actId="14100"/>
          <ac:cxnSpMkLst>
            <pc:docMk/>
            <pc:sldMk cId="237848481" sldId="379"/>
            <ac:cxnSpMk id="12" creationId="{9F4498AB-F142-3EC3-6D8B-39ABFB0B93C2}"/>
          </ac:cxnSpMkLst>
        </pc:cxnChg>
        <pc:cxnChg chg="add mod">
          <ac:chgData name="Lillian Lau" userId="13602411434_tp_box_2" providerId="OAuth2" clId="{D51C961A-52B9-4E6D-89FF-18BF1AB5C4C5}" dt="2025-03-26T02:01:24.072" v="871" actId="14100"/>
          <ac:cxnSpMkLst>
            <pc:docMk/>
            <pc:sldMk cId="237848481" sldId="379"/>
            <ac:cxnSpMk id="13" creationId="{A45BD523-F923-FE1B-AF14-77082541C28A}"/>
          </ac:cxnSpMkLst>
        </pc:cxnChg>
      </pc:sldChg>
      <pc:sldChg chg="addSp delSp modSp mod ord">
        <pc:chgData name="Lillian Lau" userId="13602411434_tp_box_2" providerId="OAuth2" clId="{D51C961A-52B9-4E6D-89FF-18BF1AB5C4C5}" dt="2025-03-26T03:56:46.528" v="4146" actId="478"/>
        <pc:sldMkLst>
          <pc:docMk/>
          <pc:sldMk cId="3649495511" sldId="383"/>
        </pc:sldMkLst>
        <pc:spChg chg="add del mod">
          <ac:chgData name="Lillian Lau" userId="13602411434_tp_box_2" providerId="OAuth2" clId="{D51C961A-52B9-4E6D-89FF-18BF1AB5C4C5}" dt="2025-03-26T03:56:46.528" v="4146" actId="478"/>
          <ac:spMkLst>
            <pc:docMk/>
            <pc:sldMk cId="3649495511" sldId="383"/>
            <ac:spMk id="4" creationId="{07A0E142-5743-AD40-5B22-747002CC0FAE}"/>
          </ac:spMkLst>
        </pc:spChg>
        <pc:spChg chg="add mod">
          <ac:chgData name="Lillian Lau" userId="13602411434_tp_box_2" providerId="OAuth2" clId="{D51C961A-52B9-4E6D-89FF-18BF1AB5C4C5}" dt="2025-03-26T03:56:37.275" v="4142"/>
          <ac:spMkLst>
            <pc:docMk/>
            <pc:sldMk cId="3649495511" sldId="383"/>
            <ac:spMk id="5" creationId="{371521C7-47E7-CCA7-C902-6E56FA56C21C}"/>
          </ac:spMkLst>
        </pc:spChg>
        <pc:spChg chg="mod">
          <ac:chgData name="Lillian Lau" userId="13602411434_tp_box_2" providerId="OAuth2" clId="{D51C961A-52B9-4E6D-89FF-18BF1AB5C4C5}" dt="2025-03-26T01:31:59.564" v="174" actId="20577"/>
          <ac:spMkLst>
            <pc:docMk/>
            <pc:sldMk cId="3649495511" sldId="383"/>
            <ac:spMk id="9" creationId="{4BB54FBD-EFFD-46D8-9CB7-B5B88BC09010}"/>
          </ac:spMkLst>
        </pc:spChg>
        <pc:spChg chg="mod">
          <ac:chgData name="Lillian Lau" userId="13602411434_tp_box_2" providerId="OAuth2" clId="{D51C961A-52B9-4E6D-89FF-18BF1AB5C4C5}" dt="2025-03-26T03:56:42.941" v="4144" actId="21"/>
          <ac:spMkLst>
            <pc:docMk/>
            <pc:sldMk cId="3649495511" sldId="383"/>
            <ac:spMk id="11" creationId="{563C2D03-89A8-2DC6-9075-1AB71513FBEB}"/>
          </ac:spMkLst>
        </pc:spChg>
        <pc:spChg chg="mod">
          <ac:chgData name="Lillian Lau" userId="13602411434_tp_box_2" providerId="OAuth2" clId="{D51C961A-52B9-4E6D-89FF-18BF1AB5C4C5}" dt="2025-03-26T03:56:45.373" v="4145"/>
          <ac:spMkLst>
            <pc:docMk/>
            <pc:sldMk cId="3649495511" sldId="383"/>
            <ac:spMk id="16" creationId="{69A41756-9EBF-E487-B4A6-8E709FEC3BA6}"/>
          </ac:spMkLst>
        </pc:spChg>
        <pc:spChg chg="mod">
          <ac:chgData name="Lillian Lau" userId="13602411434_tp_box_2" providerId="OAuth2" clId="{D51C961A-52B9-4E6D-89FF-18BF1AB5C4C5}" dt="2025-03-26T01:32:12.277" v="191" actId="1076"/>
          <ac:spMkLst>
            <pc:docMk/>
            <pc:sldMk cId="3649495511" sldId="383"/>
            <ac:spMk id="26" creationId="{27BDD048-30DC-79D7-F7B9-6D38974ABCAF}"/>
          </ac:spMkLst>
        </pc:spChg>
        <pc:grpChg chg="del">
          <ac:chgData name="Lillian Lau" userId="13602411434_tp_box_2" providerId="OAuth2" clId="{D51C961A-52B9-4E6D-89FF-18BF1AB5C4C5}" dt="2025-03-26T01:33:04.953" v="293" actId="478"/>
          <ac:grpSpMkLst>
            <pc:docMk/>
            <pc:sldMk cId="3649495511" sldId="383"/>
            <ac:grpSpMk id="30" creationId="{26604E7C-B849-DB10-2B40-A40304D217CA}"/>
          </ac:grpSpMkLst>
        </pc:grpChg>
      </pc:sldChg>
      <pc:sldChg chg="del">
        <pc:chgData name="Lillian Lau" userId="13602411434_tp_box_2" providerId="OAuth2" clId="{D51C961A-52B9-4E6D-89FF-18BF1AB5C4C5}" dt="2025-03-26T03:22:05.226" v="2738" actId="47"/>
        <pc:sldMkLst>
          <pc:docMk/>
          <pc:sldMk cId="2266196872" sldId="387"/>
        </pc:sldMkLst>
      </pc:sldChg>
      <pc:sldChg chg="addSp modSp mod">
        <pc:chgData name="Lillian Lau" userId="13602411434_tp_box_2" providerId="OAuth2" clId="{D51C961A-52B9-4E6D-89FF-18BF1AB5C4C5}" dt="2025-03-26T01:52:49.893" v="804"/>
        <pc:sldMkLst>
          <pc:docMk/>
          <pc:sldMk cId="1948898767" sldId="388"/>
        </pc:sldMkLst>
        <pc:spChg chg="mod">
          <ac:chgData name="Lillian Lau" userId="13602411434_tp_box_2" providerId="OAuth2" clId="{D51C961A-52B9-4E6D-89FF-18BF1AB5C4C5}" dt="2025-03-26T01:47:10.765" v="762" actId="20577"/>
          <ac:spMkLst>
            <pc:docMk/>
            <pc:sldMk cId="1948898767" sldId="388"/>
            <ac:spMk id="4" creationId="{5DBCCCD8-709E-4DC3-D951-7663F548601D}"/>
          </ac:spMkLst>
        </pc:spChg>
        <pc:spChg chg="mod">
          <ac:chgData name="Lillian Lau" userId="13602411434_tp_box_2" providerId="OAuth2" clId="{D51C961A-52B9-4E6D-89FF-18BF1AB5C4C5}" dt="2025-03-26T01:52:49.893" v="804"/>
          <ac:spMkLst>
            <pc:docMk/>
            <pc:sldMk cId="1948898767" sldId="388"/>
            <ac:spMk id="9" creationId="{4BB54FBD-EFFD-46D8-9CB7-B5B88BC09010}"/>
          </ac:spMkLst>
        </pc:spChg>
        <pc:picChg chg="add mod ord">
          <ac:chgData name="Lillian Lau" userId="13602411434_tp_box_2" providerId="OAuth2" clId="{D51C961A-52B9-4E6D-89FF-18BF1AB5C4C5}" dt="2025-03-26T01:48:46.715" v="772" actId="166"/>
          <ac:picMkLst>
            <pc:docMk/>
            <pc:sldMk cId="1948898767" sldId="388"/>
            <ac:picMk id="6" creationId="{14F17F77-F8FF-6016-3D27-1D1DD37C6FAD}"/>
          </ac:picMkLst>
        </pc:picChg>
        <pc:picChg chg="add mod">
          <ac:chgData name="Lillian Lau" userId="13602411434_tp_box_2" providerId="OAuth2" clId="{D51C961A-52B9-4E6D-89FF-18BF1AB5C4C5}" dt="2025-03-26T01:49:27.547" v="785" actId="1036"/>
          <ac:picMkLst>
            <pc:docMk/>
            <pc:sldMk cId="1948898767" sldId="388"/>
            <ac:picMk id="8" creationId="{B203CB07-C467-7108-74E7-8D420A4A13FB}"/>
          </ac:picMkLst>
        </pc:picChg>
        <pc:picChg chg="add mod">
          <ac:chgData name="Lillian Lau" userId="13602411434_tp_box_2" providerId="OAuth2" clId="{D51C961A-52B9-4E6D-89FF-18BF1AB5C4C5}" dt="2025-03-26T01:49:30.153" v="791" actId="1036"/>
          <ac:picMkLst>
            <pc:docMk/>
            <pc:sldMk cId="1948898767" sldId="388"/>
            <ac:picMk id="11" creationId="{3C8599FA-567F-DDCD-C3DC-D692DE07540C}"/>
          </ac:picMkLst>
        </pc:picChg>
      </pc:sldChg>
      <pc:sldChg chg="del">
        <pc:chgData name="Lillian Lau" userId="13602411434_tp_box_2" providerId="OAuth2" clId="{D51C961A-52B9-4E6D-89FF-18BF1AB5C4C5}" dt="2025-03-26T03:22:05.226" v="2738" actId="47"/>
        <pc:sldMkLst>
          <pc:docMk/>
          <pc:sldMk cId="1226125314" sldId="390"/>
        </pc:sldMkLst>
      </pc:sldChg>
      <pc:sldChg chg="del">
        <pc:chgData name="Lillian Lau" userId="13602411434_tp_box_2" providerId="OAuth2" clId="{D51C961A-52B9-4E6D-89FF-18BF1AB5C4C5}" dt="2025-03-26T03:22:05.226" v="2738" actId="47"/>
        <pc:sldMkLst>
          <pc:docMk/>
          <pc:sldMk cId="3029746704" sldId="391"/>
        </pc:sldMkLst>
      </pc:sldChg>
      <pc:sldChg chg="del">
        <pc:chgData name="Lillian Lau" userId="13602411434_tp_box_2" providerId="OAuth2" clId="{D51C961A-52B9-4E6D-89FF-18BF1AB5C4C5}" dt="2025-03-26T03:22:05.226" v="2738" actId="47"/>
        <pc:sldMkLst>
          <pc:docMk/>
          <pc:sldMk cId="3239249707" sldId="392"/>
        </pc:sldMkLst>
      </pc:sldChg>
      <pc:sldChg chg="del">
        <pc:chgData name="Lillian Lau" userId="13602411434_tp_box_2" providerId="OAuth2" clId="{D51C961A-52B9-4E6D-89FF-18BF1AB5C4C5}" dt="2025-03-26T03:22:05.226" v="2738" actId="47"/>
        <pc:sldMkLst>
          <pc:docMk/>
          <pc:sldMk cId="294365216" sldId="393"/>
        </pc:sldMkLst>
      </pc:sldChg>
      <pc:sldChg chg="del">
        <pc:chgData name="Lillian Lau" userId="13602411434_tp_box_2" providerId="OAuth2" clId="{D51C961A-52B9-4E6D-89FF-18BF1AB5C4C5}" dt="2025-03-26T03:22:05.226" v="2738" actId="47"/>
        <pc:sldMkLst>
          <pc:docMk/>
          <pc:sldMk cId="2661625" sldId="394"/>
        </pc:sldMkLst>
      </pc:sldChg>
      <pc:sldChg chg="del">
        <pc:chgData name="Lillian Lau" userId="13602411434_tp_box_2" providerId="OAuth2" clId="{D51C961A-52B9-4E6D-89FF-18BF1AB5C4C5}" dt="2025-03-26T03:22:05.226" v="2738" actId="47"/>
        <pc:sldMkLst>
          <pc:docMk/>
          <pc:sldMk cId="2512843417" sldId="395"/>
        </pc:sldMkLst>
      </pc:sldChg>
      <pc:sldChg chg="del">
        <pc:chgData name="Lillian Lau" userId="13602411434_tp_box_2" providerId="OAuth2" clId="{D51C961A-52B9-4E6D-89FF-18BF1AB5C4C5}" dt="2025-03-26T03:22:05.226" v="2738" actId="47"/>
        <pc:sldMkLst>
          <pc:docMk/>
          <pc:sldMk cId="3879841160" sldId="396"/>
        </pc:sldMkLst>
      </pc:sldChg>
      <pc:sldChg chg="del">
        <pc:chgData name="Lillian Lau" userId="13602411434_tp_box_2" providerId="OAuth2" clId="{D51C961A-52B9-4E6D-89FF-18BF1AB5C4C5}" dt="2025-03-26T03:22:05.226" v="2738" actId="47"/>
        <pc:sldMkLst>
          <pc:docMk/>
          <pc:sldMk cId="3586678116" sldId="397"/>
        </pc:sldMkLst>
      </pc:sldChg>
      <pc:sldChg chg="del">
        <pc:chgData name="Lillian Lau" userId="13602411434_tp_box_2" providerId="OAuth2" clId="{D51C961A-52B9-4E6D-89FF-18BF1AB5C4C5}" dt="2025-03-26T03:22:05.226" v="2738" actId="47"/>
        <pc:sldMkLst>
          <pc:docMk/>
          <pc:sldMk cId="4043852752" sldId="399"/>
        </pc:sldMkLst>
      </pc:sldChg>
      <pc:sldChg chg="del">
        <pc:chgData name="Lillian Lau" userId="13602411434_tp_box_2" providerId="OAuth2" clId="{D51C961A-52B9-4E6D-89FF-18BF1AB5C4C5}" dt="2025-03-26T03:22:05.226" v="2738" actId="47"/>
        <pc:sldMkLst>
          <pc:docMk/>
          <pc:sldMk cId="3945474627" sldId="400"/>
        </pc:sldMkLst>
      </pc:sldChg>
      <pc:sldChg chg="del">
        <pc:chgData name="Lillian Lau" userId="13602411434_tp_box_2" providerId="OAuth2" clId="{D51C961A-52B9-4E6D-89FF-18BF1AB5C4C5}" dt="2025-03-26T03:22:05.226" v="2738" actId="47"/>
        <pc:sldMkLst>
          <pc:docMk/>
          <pc:sldMk cId="3264098974" sldId="401"/>
        </pc:sldMkLst>
      </pc:sldChg>
      <pc:sldChg chg="del">
        <pc:chgData name="Lillian Lau" userId="13602411434_tp_box_2" providerId="OAuth2" clId="{D51C961A-52B9-4E6D-89FF-18BF1AB5C4C5}" dt="2025-03-26T03:22:05.226" v="2738" actId="47"/>
        <pc:sldMkLst>
          <pc:docMk/>
          <pc:sldMk cId="3161021842" sldId="402"/>
        </pc:sldMkLst>
      </pc:sldChg>
      <pc:sldChg chg="del">
        <pc:chgData name="Lillian Lau" userId="13602411434_tp_box_2" providerId="OAuth2" clId="{D51C961A-52B9-4E6D-89FF-18BF1AB5C4C5}" dt="2025-03-26T03:22:05.226" v="2738" actId="47"/>
        <pc:sldMkLst>
          <pc:docMk/>
          <pc:sldMk cId="1897286431" sldId="403"/>
        </pc:sldMkLst>
      </pc:sldChg>
      <pc:sldChg chg="del">
        <pc:chgData name="Lillian Lau" userId="13602411434_tp_box_2" providerId="OAuth2" clId="{D51C961A-52B9-4E6D-89FF-18BF1AB5C4C5}" dt="2025-03-26T03:22:05.226" v="2738" actId="47"/>
        <pc:sldMkLst>
          <pc:docMk/>
          <pc:sldMk cId="3393028050" sldId="404"/>
        </pc:sldMkLst>
      </pc:sldChg>
      <pc:sldChg chg="del">
        <pc:chgData name="Lillian Lau" userId="13602411434_tp_box_2" providerId="OAuth2" clId="{D51C961A-52B9-4E6D-89FF-18BF1AB5C4C5}" dt="2025-03-26T03:22:05.226" v="2738" actId="47"/>
        <pc:sldMkLst>
          <pc:docMk/>
          <pc:sldMk cId="1024727596" sldId="405"/>
        </pc:sldMkLst>
      </pc:sldChg>
      <pc:sldChg chg="del">
        <pc:chgData name="Lillian Lau" userId="13602411434_tp_box_2" providerId="OAuth2" clId="{D51C961A-52B9-4E6D-89FF-18BF1AB5C4C5}" dt="2025-03-26T03:22:05.226" v="2738" actId="47"/>
        <pc:sldMkLst>
          <pc:docMk/>
          <pc:sldMk cId="1595959242" sldId="406"/>
        </pc:sldMkLst>
      </pc:sldChg>
      <pc:sldChg chg="addSp delSp modSp mod modNotesTx">
        <pc:chgData name="Lillian Lau" userId="13602411434_tp_box_2" providerId="OAuth2" clId="{D51C961A-52B9-4E6D-89FF-18BF1AB5C4C5}" dt="2025-03-26T01:41:47.324" v="648" actId="20577"/>
        <pc:sldMkLst>
          <pc:docMk/>
          <pc:sldMk cId="1534570990" sldId="407"/>
        </pc:sldMkLst>
        <pc:spChg chg="mod">
          <ac:chgData name="Lillian Lau" userId="13602411434_tp_box_2" providerId="OAuth2" clId="{D51C961A-52B9-4E6D-89FF-18BF1AB5C4C5}" dt="2025-03-26T01:41:47.324" v="648" actId="20577"/>
          <ac:spMkLst>
            <pc:docMk/>
            <pc:sldMk cId="1534570990" sldId="407"/>
            <ac:spMk id="4" creationId="{27360981-09AA-ABFF-8DF2-19E62AD0ECF8}"/>
          </ac:spMkLst>
        </pc:spChg>
        <pc:spChg chg="add">
          <ac:chgData name="Lillian Lau" userId="13602411434_tp_box_2" providerId="OAuth2" clId="{D51C961A-52B9-4E6D-89FF-18BF1AB5C4C5}" dt="2025-03-26T01:37:56.768" v="322"/>
          <ac:spMkLst>
            <pc:docMk/>
            <pc:sldMk cId="1534570990" sldId="407"/>
            <ac:spMk id="5" creationId="{45E0C425-ED5E-4472-60E5-9C1B603B3A0B}"/>
          </ac:spMkLst>
        </pc:spChg>
        <pc:spChg chg="add del">
          <ac:chgData name="Lillian Lau" userId="13602411434_tp_box_2" providerId="OAuth2" clId="{D51C961A-52B9-4E6D-89FF-18BF1AB5C4C5}" dt="2025-03-26T01:38:12.690" v="325" actId="478"/>
          <ac:spMkLst>
            <pc:docMk/>
            <pc:sldMk cId="1534570990" sldId="407"/>
            <ac:spMk id="6" creationId="{CDFBA0B0-B8E9-F2CB-8A89-19624A328936}"/>
          </ac:spMkLst>
        </pc:spChg>
      </pc:sldChg>
      <pc:sldChg chg="addSp delSp modSp mod">
        <pc:chgData name="Lillian Lau" userId="13602411434_tp_box_2" providerId="OAuth2" clId="{D51C961A-52B9-4E6D-89FF-18BF1AB5C4C5}" dt="2025-03-26T01:52:26.651" v="803"/>
        <pc:sldMkLst>
          <pc:docMk/>
          <pc:sldMk cId="4178040653" sldId="408"/>
        </pc:sldMkLst>
        <pc:spChg chg="add mod">
          <ac:chgData name="Lillian Lau" userId="13602411434_tp_box_2" providerId="OAuth2" clId="{D51C961A-52B9-4E6D-89FF-18BF1AB5C4C5}" dt="2025-03-26T01:46:45.213" v="734" actId="20577"/>
          <ac:spMkLst>
            <pc:docMk/>
            <pc:sldMk cId="4178040653" sldId="408"/>
            <ac:spMk id="7" creationId="{8645A595-F571-C7BD-3555-24D7D6C90BA0}"/>
          </ac:spMkLst>
        </pc:spChg>
        <pc:spChg chg="mod">
          <ac:chgData name="Lillian Lau" userId="13602411434_tp_box_2" providerId="OAuth2" clId="{D51C961A-52B9-4E6D-89FF-18BF1AB5C4C5}" dt="2025-03-26T01:41:58.446" v="677" actId="20577"/>
          <ac:spMkLst>
            <pc:docMk/>
            <pc:sldMk cId="4178040653" sldId="408"/>
            <ac:spMk id="9" creationId="{4BB54FBD-EFFD-46D8-9CB7-B5B88BC09010}"/>
          </ac:spMkLst>
        </pc:spChg>
        <pc:picChg chg="add mod">
          <ac:chgData name="Lillian Lau" userId="13602411434_tp_box_2" providerId="OAuth2" clId="{D51C961A-52B9-4E6D-89FF-18BF1AB5C4C5}" dt="2025-03-26T01:46:33.685" v="685" actId="1076"/>
          <ac:picMkLst>
            <pc:docMk/>
            <pc:sldMk cId="4178040653" sldId="408"/>
            <ac:picMk id="5" creationId="{FD8D1990-D94B-FECF-0BB9-C296032F3386}"/>
          </ac:picMkLst>
        </pc:picChg>
        <pc:picChg chg="del">
          <ac:chgData name="Lillian Lau" userId="13602411434_tp_box_2" providerId="OAuth2" clId="{D51C961A-52B9-4E6D-89FF-18BF1AB5C4C5}" dt="2025-03-26T01:43:41.599" v="678" actId="478"/>
          <ac:picMkLst>
            <pc:docMk/>
            <pc:sldMk cId="4178040653" sldId="408"/>
            <ac:picMk id="6" creationId="{AE9575E4-14D8-68AA-00D4-1DD45D59DE76}"/>
          </ac:picMkLst>
        </pc:picChg>
        <pc:picChg chg="del">
          <ac:chgData name="Lillian Lau" userId="13602411434_tp_box_2" providerId="OAuth2" clId="{D51C961A-52B9-4E6D-89FF-18BF1AB5C4C5}" dt="2025-03-26T01:43:41.599" v="678" actId="478"/>
          <ac:picMkLst>
            <pc:docMk/>
            <pc:sldMk cId="4178040653" sldId="408"/>
            <ac:picMk id="8" creationId="{0B31BD2B-440A-4722-21F7-0EF12CF54F28}"/>
          </ac:picMkLst>
        </pc:picChg>
        <pc:picChg chg="add mod">
          <ac:chgData name="Lillian Lau" userId="13602411434_tp_box_2" providerId="OAuth2" clId="{D51C961A-52B9-4E6D-89FF-18BF1AB5C4C5}" dt="2025-03-26T01:52:16.858" v="801" actId="1076"/>
          <ac:picMkLst>
            <pc:docMk/>
            <pc:sldMk cId="4178040653" sldId="408"/>
            <ac:picMk id="11" creationId="{283C89FD-EE44-3227-F272-194036F07672}"/>
          </ac:picMkLst>
        </pc:picChg>
        <pc:picChg chg="add del">
          <ac:chgData name="Lillian Lau" userId="13602411434_tp_box_2" providerId="OAuth2" clId="{D51C961A-52B9-4E6D-89FF-18BF1AB5C4C5}" dt="2025-03-26T01:52:07.773" v="796" actId="478"/>
          <ac:picMkLst>
            <pc:docMk/>
            <pc:sldMk cId="4178040653" sldId="408"/>
            <ac:picMk id="13" creationId="{C4327682-CB46-C865-2C29-158BE8602D01}"/>
          </ac:picMkLst>
        </pc:picChg>
        <pc:picChg chg="add mod">
          <ac:chgData name="Lillian Lau" userId="13602411434_tp_box_2" providerId="OAuth2" clId="{D51C961A-52B9-4E6D-89FF-18BF1AB5C4C5}" dt="2025-03-26T01:52:26.651" v="803"/>
          <ac:picMkLst>
            <pc:docMk/>
            <pc:sldMk cId="4178040653" sldId="408"/>
            <ac:picMk id="15" creationId="{6CA6C100-D2AB-E866-A4D6-98CB266A0BA1}"/>
          </ac:picMkLst>
        </pc:picChg>
      </pc:sldChg>
      <pc:sldChg chg="add del">
        <pc:chgData name="Lillian Lau" userId="13602411434_tp_box_2" providerId="OAuth2" clId="{D51C961A-52B9-4E6D-89FF-18BF1AB5C4C5}" dt="2025-03-26T02:00:00.368" v="850"/>
        <pc:sldMkLst>
          <pc:docMk/>
          <pc:sldMk cId="2445086218" sldId="409"/>
        </pc:sldMkLst>
      </pc:sldChg>
      <pc:sldChg chg="addSp delSp modSp add del mod">
        <pc:chgData name="Lillian Lau" userId="13602411434_tp_box_2" providerId="OAuth2" clId="{D51C961A-52B9-4E6D-89FF-18BF1AB5C4C5}" dt="2025-03-26T01:37:30.231" v="318" actId="47"/>
        <pc:sldMkLst>
          <pc:docMk/>
          <pc:sldMk cId="2921182565" sldId="409"/>
        </pc:sldMkLst>
        <pc:spChg chg="add mod">
          <ac:chgData name="Lillian Lau" userId="13602411434_tp_box_2" providerId="OAuth2" clId="{D51C961A-52B9-4E6D-89FF-18BF1AB5C4C5}" dt="2025-03-26T01:31:41.253" v="146" actId="14100"/>
          <ac:spMkLst>
            <pc:docMk/>
            <pc:sldMk cId="2921182565" sldId="409"/>
            <ac:spMk id="4" creationId="{BD479C14-C4BD-98AB-E166-110CE9CDDBF5}"/>
          </ac:spMkLst>
        </pc:spChg>
        <pc:spChg chg="mod">
          <ac:chgData name="Lillian Lau" userId="13602411434_tp_box_2" providerId="OAuth2" clId="{D51C961A-52B9-4E6D-89FF-18BF1AB5C4C5}" dt="2025-03-26T01:30:18.208" v="29" actId="20577"/>
          <ac:spMkLst>
            <pc:docMk/>
            <pc:sldMk cId="2921182565" sldId="409"/>
            <ac:spMk id="9" creationId="{2FEF5D33-526D-D9A2-398B-44BA90AE10DE}"/>
          </ac:spMkLst>
        </pc:spChg>
        <pc:picChg chg="del">
          <ac:chgData name="Lillian Lau" userId="13602411434_tp_box_2" providerId="OAuth2" clId="{D51C961A-52B9-4E6D-89FF-18BF1AB5C4C5}" dt="2025-03-26T01:30:25.111" v="30" actId="478"/>
          <ac:picMkLst>
            <pc:docMk/>
            <pc:sldMk cId="2921182565" sldId="409"/>
            <ac:picMk id="6" creationId="{BE8CF2E9-2C3B-61E3-D234-A18A92DCF633}"/>
          </ac:picMkLst>
        </pc:picChg>
        <pc:picChg chg="del">
          <ac:chgData name="Lillian Lau" userId="13602411434_tp_box_2" providerId="OAuth2" clId="{D51C961A-52B9-4E6D-89FF-18BF1AB5C4C5}" dt="2025-03-26T01:30:25.111" v="30" actId="478"/>
          <ac:picMkLst>
            <pc:docMk/>
            <pc:sldMk cId="2921182565" sldId="409"/>
            <ac:picMk id="8" creationId="{684A7BDB-1FC6-4111-4E14-AEB5B2530D35}"/>
          </ac:picMkLst>
        </pc:picChg>
      </pc:sldChg>
      <pc:sldChg chg="addSp delSp modSp add mod modNotesTx">
        <pc:chgData name="Lillian Lau" userId="13602411434_tp_box_2" providerId="OAuth2" clId="{D51C961A-52B9-4E6D-89FF-18BF1AB5C4C5}" dt="2025-03-26T03:50:54.491" v="4075" actId="20577"/>
        <pc:sldMkLst>
          <pc:docMk/>
          <pc:sldMk cId="3595214781" sldId="409"/>
        </pc:sldMkLst>
        <pc:spChg chg="mod ord">
          <ac:chgData name="Lillian Lau" userId="13602411434_tp_box_2" providerId="OAuth2" clId="{D51C961A-52B9-4E6D-89FF-18BF1AB5C4C5}" dt="2025-03-26T02:51:53.304" v="1782" actId="207"/>
          <ac:spMkLst>
            <pc:docMk/>
            <pc:sldMk cId="3595214781" sldId="409"/>
            <ac:spMk id="6" creationId="{62CEF309-8602-A609-A676-BE27F42FF74A}"/>
          </ac:spMkLst>
        </pc:spChg>
        <pc:spChg chg="del">
          <ac:chgData name="Lillian Lau" userId="13602411434_tp_box_2" providerId="OAuth2" clId="{D51C961A-52B9-4E6D-89FF-18BF1AB5C4C5}" dt="2025-03-26T02:04:11.388" v="900" actId="478"/>
          <ac:spMkLst>
            <pc:docMk/>
            <pc:sldMk cId="3595214781" sldId="409"/>
            <ac:spMk id="7" creationId="{BBC2986E-4E84-6714-BD72-4269737315D5}"/>
          </ac:spMkLst>
        </pc:spChg>
        <pc:spChg chg="del">
          <ac:chgData name="Lillian Lau" userId="13602411434_tp_box_2" providerId="OAuth2" clId="{D51C961A-52B9-4E6D-89FF-18BF1AB5C4C5}" dt="2025-03-26T02:03:55.896" v="896" actId="478"/>
          <ac:spMkLst>
            <pc:docMk/>
            <pc:sldMk cId="3595214781" sldId="409"/>
            <ac:spMk id="10" creationId="{6C5B4EC7-310A-B156-7036-705833B400F6}"/>
          </ac:spMkLst>
        </pc:spChg>
        <pc:spChg chg="add mod">
          <ac:chgData name="Lillian Lau" userId="13602411434_tp_box_2" providerId="OAuth2" clId="{D51C961A-52B9-4E6D-89FF-18BF1AB5C4C5}" dt="2025-03-26T03:50:54.491" v="4075" actId="20577"/>
          <ac:spMkLst>
            <pc:docMk/>
            <pc:sldMk cId="3595214781" sldId="409"/>
            <ac:spMk id="23" creationId="{BEA620DA-2640-27DC-E9A4-2C031D56F293}"/>
          </ac:spMkLst>
        </pc:spChg>
        <pc:spChg chg="add mod">
          <ac:chgData name="Lillian Lau" userId="13602411434_tp_box_2" providerId="OAuth2" clId="{D51C961A-52B9-4E6D-89FF-18BF1AB5C4C5}" dt="2025-03-26T03:12:31.914" v="2360" actId="14100"/>
          <ac:spMkLst>
            <pc:docMk/>
            <pc:sldMk cId="3595214781" sldId="409"/>
            <ac:spMk id="24" creationId="{7ECD938B-FB99-88DB-313A-722AD4037341}"/>
          </ac:spMkLst>
        </pc:spChg>
        <pc:picChg chg="ord">
          <ac:chgData name="Lillian Lau" userId="13602411434_tp_box_2" providerId="OAuth2" clId="{D51C961A-52B9-4E6D-89FF-18BF1AB5C4C5}" dt="2025-03-26T03:12:28.363" v="2359" actId="167"/>
          <ac:picMkLst>
            <pc:docMk/>
            <pc:sldMk cId="3595214781" sldId="409"/>
            <ac:picMk id="3" creationId="{640F1229-12A2-6904-D36C-6003A3D24E9D}"/>
          </ac:picMkLst>
        </pc:picChg>
        <pc:picChg chg="del">
          <ac:chgData name="Lillian Lau" userId="13602411434_tp_box_2" providerId="OAuth2" clId="{D51C961A-52B9-4E6D-89FF-18BF1AB5C4C5}" dt="2025-03-26T02:03:55.896" v="896" actId="478"/>
          <ac:picMkLst>
            <pc:docMk/>
            <pc:sldMk cId="3595214781" sldId="409"/>
            <ac:picMk id="5" creationId="{595482F4-C030-6301-B530-BB159FD8F97B}"/>
          </ac:picMkLst>
        </pc:picChg>
        <pc:picChg chg="del">
          <ac:chgData name="Lillian Lau" userId="13602411434_tp_box_2" providerId="OAuth2" clId="{D51C961A-52B9-4E6D-89FF-18BF1AB5C4C5}" dt="2025-03-26T02:03:57.625" v="897" actId="478"/>
          <ac:picMkLst>
            <pc:docMk/>
            <pc:sldMk cId="3595214781" sldId="409"/>
            <ac:picMk id="8" creationId="{8D13DACE-B7B6-5452-C71E-D10DF06C3D5A}"/>
          </ac:picMkLst>
        </pc:picChg>
        <pc:picChg chg="add del mod">
          <ac:chgData name="Lillian Lau" userId="13602411434_tp_box_2" providerId="OAuth2" clId="{D51C961A-52B9-4E6D-89FF-18BF1AB5C4C5}" dt="2025-03-26T02:32:22.569" v="1766" actId="478"/>
          <ac:picMkLst>
            <pc:docMk/>
            <pc:sldMk cId="3595214781" sldId="409"/>
            <ac:picMk id="11" creationId="{D394E19F-34C5-9BDC-7FF2-48FDDB532C02}"/>
          </ac:picMkLst>
        </pc:picChg>
        <pc:picChg chg="add del mod">
          <ac:chgData name="Lillian Lau" userId="13602411434_tp_box_2" providerId="OAuth2" clId="{D51C961A-52B9-4E6D-89FF-18BF1AB5C4C5}" dt="2025-03-26T03:12:16.664" v="2353" actId="478"/>
          <ac:picMkLst>
            <pc:docMk/>
            <pc:sldMk cId="3595214781" sldId="409"/>
            <ac:picMk id="15" creationId="{101B0601-965F-063A-CC2B-4BAC51E89A8A}"/>
          </ac:picMkLst>
        </pc:picChg>
        <pc:picChg chg="add mod ord">
          <ac:chgData name="Lillian Lau" userId="13602411434_tp_box_2" providerId="OAuth2" clId="{D51C961A-52B9-4E6D-89FF-18BF1AB5C4C5}" dt="2025-03-26T03:12:25.662" v="2358" actId="1076"/>
          <ac:picMkLst>
            <pc:docMk/>
            <pc:sldMk cId="3595214781" sldId="409"/>
            <ac:picMk id="26" creationId="{68F194F9-8F75-1717-7744-BE8D1BAD3A5D}"/>
          </ac:picMkLst>
        </pc:picChg>
        <pc:cxnChg chg="del mod">
          <ac:chgData name="Lillian Lau" userId="13602411434_tp_box_2" providerId="OAuth2" clId="{D51C961A-52B9-4E6D-89FF-18BF1AB5C4C5}" dt="2025-03-26T02:04:09.541" v="899" actId="478"/>
          <ac:cxnSpMkLst>
            <pc:docMk/>
            <pc:sldMk cId="3595214781" sldId="409"/>
            <ac:cxnSpMk id="12" creationId="{9F4AA83D-BF97-6C40-B754-C8C7D174A881}"/>
          </ac:cxnSpMkLst>
        </pc:cxnChg>
        <pc:cxnChg chg="del mod">
          <ac:chgData name="Lillian Lau" userId="13602411434_tp_box_2" providerId="OAuth2" clId="{D51C961A-52B9-4E6D-89FF-18BF1AB5C4C5}" dt="2025-03-26T02:04:13.649" v="901" actId="478"/>
          <ac:cxnSpMkLst>
            <pc:docMk/>
            <pc:sldMk cId="3595214781" sldId="409"/>
            <ac:cxnSpMk id="13" creationId="{37DDA274-9184-E546-543C-8AC010EF68D6}"/>
          </ac:cxnSpMkLst>
        </pc:cxnChg>
        <pc:cxnChg chg="add mod">
          <ac:chgData name="Lillian Lau" userId="13602411434_tp_box_2" providerId="OAuth2" clId="{D51C961A-52B9-4E6D-89FF-18BF1AB5C4C5}" dt="2025-03-26T02:52:17.585" v="1790" actId="14100"/>
          <ac:cxnSpMkLst>
            <pc:docMk/>
            <pc:sldMk cId="3595214781" sldId="409"/>
            <ac:cxnSpMk id="17" creationId="{40E5BB3B-DF6B-336E-29A4-AC9B8C5DFB2C}"/>
          </ac:cxnSpMkLst>
        </pc:cxnChg>
        <pc:cxnChg chg="add mod">
          <ac:chgData name="Lillian Lau" userId="13602411434_tp_box_2" providerId="OAuth2" clId="{D51C961A-52B9-4E6D-89FF-18BF1AB5C4C5}" dt="2025-03-26T02:52:15.845" v="1789" actId="14100"/>
          <ac:cxnSpMkLst>
            <pc:docMk/>
            <pc:sldMk cId="3595214781" sldId="409"/>
            <ac:cxnSpMk id="19" creationId="{366E00CB-2EB2-854A-0E00-A11B9F50124D}"/>
          </ac:cxnSpMkLst>
        </pc:cxnChg>
      </pc:sldChg>
      <pc:sldChg chg="addSp delSp modSp add del mod">
        <pc:chgData name="Lillian Lau" userId="13602411434_tp_box_2" providerId="OAuth2" clId="{D51C961A-52B9-4E6D-89FF-18BF1AB5C4C5}" dt="2025-03-26T02:55:13.294" v="1941" actId="47"/>
        <pc:sldMkLst>
          <pc:docMk/>
          <pc:sldMk cId="3138008398" sldId="410"/>
        </pc:sldMkLst>
        <pc:spChg chg="mod">
          <ac:chgData name="Lillian Lau" userId="13602411434_tp_box_2" providerId="OAuth2" clId="{D51C961A-52B9-4E6D-89FF-18BF1AB5C4C5}" dt="2025-03-26T02:11:23.426" v="1505" actId="6549"/>
          <ac:spMkLst>
            <pc:docMk/>
            <pc:sldMk cId="3138008398" sldId="410"/>
            <ac:spMk id="6" creationId="{AC244C69-AEAE-7100-865A-9615A6B59AB2}"/>
          </ac:spMkLst>
        </pc:spChg>
        <pc:spChg chg="del">
          <ac:chgData name="Lillian Lau" userId="13602411434_tp_box_2" providerId="OAuth2" clId="{D51C961A-52B9-4E6D-89FF-18BF1AB5C4C5}" dt="2025-03-26T02:11:11.362" v="1477" actId="478"/>
          <ac:spMkLst>
            <pc:docMk/>
            <pc:sldMk cId="3138008398" sldId="410"/>
            <ac:spMk id="7" creationId="{C426901E-A182-7315-A26F-F49907448FF5}"/>
          </ac:spMkLst>
        </pc:spChg>
        <pc:spChg chg="mod">
          <ac:chgData name="Lillian Lau" userId="13602411434_tp_box_2" providerId="OAuth2" clId="{D51C961A-52B9-4E6D-89FF-18BF1AB5C4C5}" dt="2025-03-26T02:25:47.218" v="1703" actId="20577"/>
          <ac:spMkLst>
            <pc:docMk/>
            <pc:sldMk cId="3138008398" sldId="410"/>
            <ac:spMk id="9" creationId="{2C348F05-F87B-1367-6600-ABE00983C4E3}"/>
          </ac:spMkLst>
        </pc:spChg>
        <pc:spChg chg="del">
          <ac:chgData name="Lillian Lau" userId="13602411434_tp_box_2" providerId="OAuth2" clId="{D51C961A-52B9-4E6D-89FF-18BF1AB5C4C5}" dt="2025-03-26T02:11:05.636" v="1476" actId="478"/>
          <ac:spMkLst>
            <pc:docMk/>
            <pc:sldMk cId="3138008398" sldId="410"/>
            <ac:spMk id="10" creationId="{214A4FA5-6792-F1B1-3828-97F77D9ADAAF}"/>
          </ac:spMkLst>
        </pc:spChg>
        <pc:picChg chg="del">
          <ac:chgData name="Lillian Lau" userId="13602411434_tp_box_2" providerId="OAuth2" clId="{D51C961A-52B9-4E6D-89FF-18BF1AB5C4C5}" dt="2025-03-26T02:11:05.636" v="1476" actId="478"/>
          <ac:picMkLst>
            <pc:docMk/>
            <pc:sldMk cId="3138008398" sldId="410"/>
            <ac:picMk id="5" creationId="{4891A2A7-FC7C-D7D9-4228-AD92334F6764}"/>
          </ac:picMkLst>
        </pc:picChg>
        <pc:picChg chg="del">
          <ac:chgData name="Lillian Lau" userId="13602411434_tp_box_2" providerId="OAuth2" clId="{D51C961A-52B9-4E6D-89FF-18BF1AB5C4C5}" dt="2025-03-26T02:11:05.636" v="1476" actId="478"/>
          <ac:picMkLst>
            <pc:docMk/>
            <pc:sldMk cId="3138008398" sldId="410"/>
            <ac:picMk id="8" creationId="{DC355051-836D-7CCC-807D-794EB15A69B3}"/>
          </ac:picMkLst>
        </pc:picChg>
        <pc:picChg chg="add">
          <ac:chgData name="Lillian Lau" userId="13602411434_tp_box_2" providerId="OAuth2" clId="{D51C961A-52B9-4E6D-89FF-18BF1AB5C4C5}" dt="2025-03-26T02:31:41.626" v="1761" actId="22"/>
          <ac:picMkLst>
            <pc:docMk/>
            <pc:sldMk cId="3138008398" sldId="410"/>
            <ac:picMk id="11" creationId="{378A52A6-3FA7-3066-FA3E-8665C36CE30F}"/>
          </ac:picMkLst>
        </pc:picChg>
        <pc:cxnChg chg="del mod">
          <ac:chgData name="Lillian Lau" userId="13602411434_tp_box_2" providerId="OAuth2" clId="{D51C961A-52B9-4E6D-89FF-18BF1AB5C4C5}" dt="2025-03-26T02:11:13.301" v="1478" actId="478"/>
          <ac:cxnSpMkLst>
            <pc:docMk/>
            <pc:sldMk cId="3138008398" sldId="410"/>
            <ac:cxnSpMk id="12" creationId="{DE999854-982C-4C82-0471-F8EF007A31F8}"/>
          </ac:cxnSpMkLst>
        </pc:cxnChg>
        <pc:cxnChg chg="del mod">
          <ac:chgData name="Lillian Lau" userId="13602411434_tp_box_2" providerId="OAuth2" clId="{D51C961A-52B9-4E6D-89FF-18BF1AB5C4C5}" dt="2025-03-26T02:11:11.362" v="1477" actId="478"/>
          <ac:cxnSpMkLst>
            <pc:docMk/>
            <pc:sldMk cId="3138008398" sldId="410"/>
            <ac:cxnSpMk id="13" creationId="{ECE76F1D-52E6-116A-C6EA-3057B8C2DB44}"/>
          </ac:cxnSpMkLst>
        </pc:cxnChg>
      </pc:sldChg>
      <pc:sldChg chg="addSp delSp modSp add mod">
        <pc:chgData name="Lillian Lau" userId="13602411434_tp_box_2" providerId="OAuth2" clId="{D51C961A-52B9-4E6D-89FF-18BF1AB5C4C5}" dt="2025-03-26T03:01:51.725" v="2262" actId="166"/>
        <pc:sldMkLst>
          <pc:docMk/>
          <pc:sldMk cId="3323035210" sldId="411"/>
        </pc:sldMkLst>
        <pc:spChg chg="add mod ord">
          <ac:chgData name="Lillian Lau" userId="13602411434_tp_box_2" providerId="OAuth2" clId="{D51C961A-52B9-4E6D-89FF-18BF1AB5C4C5}" dt="2025-03-26T03:01:51.725" v="2262" actId="166"/>
          <ac:spMkLst>
            <pc:docMk/>
            <pc:sldMk cId="3323035210" sldId="411"/>
            <ac:spMk id="6" creationId="{5F68A0FB-5843-4CF8-B918-7A8BCA6E8F4A}"/>
          </ac:spMkLst>
        </pc:spChg>
        <pc:spChg chg="add mod">
          <ac:chgData name="Lillian Lau" userId="13602411434_tp_box_2" providerId="OAuth2" clId="{D51C961A-52B9-4E6D-89FF-18BF1AB5C4C5}" dt="2025-03-26T02:29:12.466" v="1760" actId="20577"/>
          <ac:spMkLst>
            <pc:docMk/>
            <pc:sldMk cId="3323035210" sldId="411"/>
            <ac:spMk id="7" creationId="{781DE149-CAA2-E0DE-5956-4CD6F9E3766B}"/>
          </ac:spMkLst>
        </pc:spChg>
        <pc:spChg chg="mod">
          <ac:chgData name="Lillian Lau" userId="13602411434_tp_box_2" providerId="OAuth2" clId="{D51C961A-52B9-4E6D-89FF-18BF1AB5C4C5}" dt="2025-03-26T02:17:21.871" v="1544" actId="947"/>
          <ac:spMkLst>
            <pc:docMk/>
            <pc:sldMk cId="3323035210" sldId="411"/>
            <ac:spMk id="9" creationId="{67A3A3BA-BAD3-5404-590C-9A54A35F5871}"/>
          </ac:spMkLst>
        </pc:spChg>
        <pc:spChg chg="del">
          <ac:chgData name="Lillian Lau" userId="13602411434_tp_box_2" providerId="OAuth2" clId="{D51C961A-52B9-4E6D-89FF-18BF1AB5C4C5}" dt="2025-03-26T02:17:26.069" v="1545" actId="478"/>
          <ac:spMkLst>
            <pc:docMk/>
            <pc:sldMk cId="3323035210" sldId="411"/>
            <ac:spMk id="35" creationId="{3F8B942A-AD38-2166-EE2E-E6E291B479A0}"/>
          </ac:spMkLst>
        </pc:spChg>
        <pc:grpChg chg="del">
          <ac:chgData name="Lillian Lau" userId="13602411434_tp_box_2" providerId="OAuth2" clId="{D51C961A-52B9-4E6D-89FF-18BF1AB5C4C5}" dt="2025-03-26T02:17:26.069" v="1545" actId="478"/>
          <ac:grpSpMkLst>
            <pc:docMk/>
            <pc:sldMk cId="3323035210" sldId="411"/>
            <ac:grpSpMk id="17" creationId="{EFD85D03-3767-7E22-E98A-77AA22E059BC}"/>
          </ac:grpSpMkLst>
        </pc:grpChg>
        <pc:picChg chg="add del mod">
          <ac:chgData name="Lillian Lau" userId="13602411434_tp_box_2" providerId="OAuth2" clId="{D51C961A-52B9-4E6D-89FF-18BF1AB5C4C5}" dt="2025-03-26T02:21:57.401" v="1657" actId="478"/>
          <ac:picMkLst>
            <pc:docMk/>
            <pc:sldMk cId="3323035210" sldId="411"/>
            <ac:picMk id="5" creationId="{1E535661-0A37-0F0A-C61D-503869B52959}"/>
          </ac:picMkLst>
        </pc:picChg>
        <pc:picChg chg="add mod">
          <ac:chgData name="Lillian Lau" userId="13602411434_tp_box_2" providerId="OAuth2" clId="{D51C961A-52B9-4E6D-89FF-18BF1AB5C4C5}" dt="2025-03-26T03:01:47.126" v="2260" actId="1076"/>
          <ac:picMkLst>
            <pc:docMk/>
            <pc:sldMk cId="3323035210" sldId="411"/>
            <ac:picMk id="10" creationId="{E7B747C1-D097-AF41-9953-ADD1E9CD8218}"/>
          </ac:picMkLst>
        </pc:picChg>
      </pc:sldChg>
      <pc:sldChg chg="add del">
        <pc:chgData name="Lillian Lau" userId="13602411434_tp_box_2" providerId="OAuth2" clId="{D51C961A-52B9-4E6D-89FF-18BF1AB5C4C5}" dt="2025-03-26T03:05:11.659" v="2312" actId="47"/>
        <pc:sldMkLst>
          <pc:docMk/>
          <pc:sldMk cId="1522184021" sldId="412"/>
        </pc:sldMkLst>
      </pc:sldChg>
      <pc:sldChg chg="delSp add mod">
        <pc:chgData name="Lillian Lau" userId="13602411434_tp_box_2" providerId="OAuth2" clId="{D51C961A-52B9-4E6D-89FF-18BF1AB5C4C5}" dt="2025-03-26T02:51:36.616" v="1773" actId="478"/>
        <pc:sldMkLst>
          <pc:docMk/>
          <pc:sldMk cId="2463084583" sldId="413"/>
        </pc:sldMkLst>
        <pc:picChg chg="del">
          <ac:chgData name="Lillian Lau" userId="13602411434_tp_box_2" providerId="OAuth2" clId="{D51C961A-52B9-4E6D-89FF-18BF1AB5C4C5}" dt="2025-03-26T02:51:36.616" v="1773" actId="478"/>
          <ac:picMkLst>
            <pc:docMk/>
            <pc:sldMk cId="2463084583" sldId="413"/>
            <ac:picMk id="15" creationId="{FE5107ED-AA41-FF8C-A1B6-7AD72395B0AC}"/>
          </ac:picMkLst>
        </pc:picChg>
      </pc:sldChg>
      <pc:sldChg chg="addSp delSp modSp add del mod ord">
        <pc:chgData name="Lillian Lau" userId="13602411434_tp_box_2" providerId="OAuth2" clId="{D51C961A-52B9-4E6D-89FF-18BF1AB5C4C5}" dt="2025-03-26T03:56:16.873" v="4139" actId="47"/>
        <pc:sldMkLst>
          <pc:docMk/>
          <pc:sldMk cId="769806471" sldId="414"/>
        </pc:sldMkLst>
        <pc:spChg chg="del">
          <ac:chgData name="Lillian Lau" userId="13602411434_tp_box_2" providerId="OAuth2" clId="{D51C961A-52B9-4E6D-89FF-18BF1AB5C4C5}" dt="2025-03-26T03:00:57.679" v="2239" actId="478"/>
          <ac:spMkLst>
            <pc:docMk/>
            <pc:sldMk cId="769806471" sldId="414"/>
            <ac:spMk id="6" creationId="{AB9A8121-3A8B-6AB1-EB7C-F6502F3EE20F}"/>
          </ac:spMkLst>
        </pc:spChg>
        <pc:spChg chg="mod">
          <ac:chgData name="Lillian Lau" userId="13602411434_tp_box_2" providerId="OAuth2" clId="{D51C961A-52B9-4E6D-89FF-18BF1AB5C4C5}" dt="2025-03-26T03:01:25.345" v="2257" actId="1076"/>
          <ac:spMkLst>
            <pc:docMk/>
            <pc:sldMk cId="769806471" sldId="414"/>
            <ac:spMk id="7" creationId="{B382409C-5F7F-0C1E-EFF9-988380C2E893}"/>
          </ac:spMkLst>
        </pc:spChg>
        <pc:picChg chg="add del mod">
          <ac:chgData name="Lillian Lau" userId="13602411434_tp_box_2" providerId="OAuth2" clId="{D51C961A-52B9-4E6D-89FF-18BF1AB5C4C5}" dt="2025-03-26T03:01:12.506" v="2247" actId="478"/>
          <ac:picMkLst>
            <pc:docMk/>
            <pc:sldMk cId="769806471" sldId="414"/>
            <ac:picMk id="5" creationId="{5C82256F-5423-4BA1-4677-4255DB239B8B}"/>
          </ac:picMkLst>
        </pc:picChg>
        <pc:picChg chg="del">
          <ac:chgData name="Lillian Lau" userId="13602411434_tp_box_2" providerId="OAuth2" clId="{D51C961A-52B9-4E6D-89FF-18BF1AB5C4C5}" dt="2025-03-26T03:00:57.679" v="2239" actId="478"/>
          <ac:picMkLst>
            <pc:docMk/>
            <pc:sldMk cId="769806471" sldId="414"/>
            <ac:picMk id="10" creationId="{F55A29B6-ABAC-C770-110D-73D0DA1450A6}"/>
          </ac:picMkLst>
        </pc:picChg>
        <pc:picChg chg="add mod">
          <ac:chgData name="Lillian Lau" userId="13602411434_tp_box_2" providerId="OAuth2" clId="{D51C961A-52B9-4E6D-89FF-18BF1AB5C4C5}" dt="2025-03-26T03:01:23.162" v="2256" actId="1076"/>
          <ac:picMkLst>
            <pc:docMk/>
            <pc:sldMk cId="769806471" sldId="414"/>
            <ac:picMk id="11" creationId="{556C95D1-0E67-066B-7079-343CA6B8D29B}"/>
          </ac:picMkLst>
        </pc:picChg>
      </pc:sldChg>
      <pc:sldChg chg="addSp delSp modSp add mod ord modAnim">
        <pc:chgData name="Lillian Lau" userId="13602411434_tp_box_2" providerId="OAuth2" clId="{D51C961A-52B9-4E6D-89FF-18BF1AB5C4C5}" dt="2025-03-26T03:53:04.292" v="4118"/>
        <pc:sldMkLst>
          <pc:docMk/>
          <pc:sldMk cId="3884718831" sldId="415"/>
        </pc:sldMkLst>
        <pc:spChg chg="add del mod">
          <ac:chgData name="Lillian Lau" userId="13602411434_tp_box_2" providerId="OAuth2" clId="{D51C961A-52B9-4E6D-89FF-18BF1AB5C4C5}" dt="2025-03-26T03:23:58.102" v="2808" actId="478"/>
          <ac:spMkLst>
            <pc:docMk/>
            <pc:sldMk cId="3884718831" sldId="415"/>
            <ac:spMk id="4" creationId="{7A151EAA-7214-18E0-C9F2-2D1C92AB93BA}"/>
          </ac:spMkLst>
        </pc:spChg>
        <pc:spChg chg="add mod">
          <ac:chgData name="Lillian Lau" userId="13602411434_tp_box_2" providerId="OAuth2" clId="{D51C961A-52B9-4E6D-89FF-18BF1AB5C4C5}" dt="2025-03-26T03:24:03.132" v="2810" actId="1076"/>
          <ac:spMkLst>
            <pc:docMk/>
            <pc:sldMk cId="3884718831" sldId="415"/>
            <ac:spMk id="5" creationId="{3A2E994D-887B-7794-0A15-4D14AAC5AD91}"/>
          </ac:spMkLst>
        </pc:spChg>
        <pc:spChg chg="add mod">
          <ac:chgData name="Lillian Lau" userId="13602411434_tp_box_2" providerId="OAuth2" clId="{D51C961A-52B9-4E6D-89FF-18BF1AB5C4C5}" dt="2025-03-26T03:24:03.132" v="2810" actId="1076"/>
          <ac:spMkLst>
            <pc:docMk/>
            <pc:sldMk cId="3884718831" sldId="415"/>
            <ac:spMk id="6" creationId="{D1C5C0E5-52DF-976F-3092-560A90A82014}"/>
          </ac:spMkLst>
        </pc:spChg>
        <pc:spChg chg="mod">
          <ac:chgData name="Lillian Lau" userId="13602411434_tp_box_2" providerId="OAuth2" clId="{D51C961A-52B9-4E6D-89FF-18BF1AB5C4C5}" dt="2025-03-26T03:23:33.332" v="2807" actId="6549"/>
          <ac:spMkLst>
            <pc:docMk/>
            <pc:sldMk cId="3884718831" sldId="415"/>
            <ac:spMk id="7" creationId="{5302B9B9-BDB4-9043-525D-1944FBB8235C}"/>
          </ac:spMkLst>
        </pc:spChg>
        <pc:spChg chg="add mod">
          <ac:chgData name="Lillian Lau" userId="13602411434_tp_box_2" providerId="OAuth2" clId="{D51C961A-52B9-4E6D-89FF-18BF1AB5C4C5}" dt="2025-03-26T03:24:03.132" v="2810" actId="1076"/>
          <ac:spMkLst>
            <pc:docMk/>
            <pc:sldMk cId="3884718831" sldId="415"/>
            <ac:spMk id="8" creationId="{EC50D1D6-5838-C340-67AF-DCE84F7736C4}"/>
          </ac:spMkLst>
        </pc:spChg>
        <pc:spChg chg="mod">
          <ac:chgData name="Lillian Lau" userId="13602411434_tp_box_2" providerId="OAuth2" clId="{D51C961A-52B9-4E6D-89FF-18BF1AB5C4C5}" dt="2025-03-26T03:22:35.142" v="2771" actId="20577"/>
          <ac:spMkLst>
            <pc:docMk/>
            <pc:sldMk cId="3884718831" sldId="415"/>
            <ac:spMk id="9" creationId="{829FC6EB-25D8-C9E7-9A6F-2B1D28A276EF}"/>
          </ac:spMkLst>
        </pc:spChg>
        <pc:spChg chg="add mod">
          <ac:chgData name="Lillian Lau" userId="13602411434_tp_box_2" providerId="OAuth2" clId="{D51C961A-52B9-4E6D-89FF-18BF1AB5C4C5}" dt="2025-03-26T03:24:03.132" v="2810" actId="1076"/>
          <ac:spMkLst>
            <pc:docMk/>
            <pc:sldMk cId="3884718831" sldId="415"/>
            <ac:spMk id="14" creationId="{16137A24-946D-0EE2-6AC0-8FC2F0722431}"/>
          </ac:spMkLst>
        </pc:spChg>
        <pc:spChg chg="add mod">
          <ac:chgData name="Lillian Lau" userId="13602411434_tp_box_2" providerId="OAuth2" clId="{D51C961A-52B9-4E6D-89FF-18BF1AB5C4C5}" dt="2025-03-26T03:24:03.132" v="2810" actId="1076"/>
          <ac:spMkLst>
            <pc:docMk/>
            <pc:sldMk cId="3884718831" sldId="415"/>
            <ac:spMk id="18" creationId="{697CAFF9-CB71-C2C0-5385-B1002DC3D04A}"/>
          </ac:spMkLst>
        </pc:spChg>
        <pc:spChg chg="add mod">
          <ac:chgData name="Lillian Lau" userId="13602411434_tp_box_2" providerId="OAuth2" clId="{D51C961A-52B9-4E6D-89FF-18BF1AB5C4C5}" dt="2025-03-26T03:24:03.132" v="2810" actId="1076"/>
          <ac:spMkLst>
            <pc:docMk/>
            <pc:sldMk cId="3884718831" sldId="415"/>
            <ac:spMk id="20" creationId="{CBC8C143-B40C-A204-39EB-3153AC6C0B3B}"/>
          </ac:spMkLst>
        </pc:spChg>
        <pc:spChg chg="add mod">
          <ac:chgData name="Lillian Lau" userId="13602411434_tp_box_2" providerId="OAuth2" clId="{D51C961A-52B9-4E6D-89FF-18BF1AB5C4C5}" dt="2025-03-26T03:24:03.132" v="2810" actId="1076"/>
          <ac:spMkLst>
            <pc:docMk/>
            <pc:sldMk cId="3884718831" sldId="415"/>
            <ac:spMk id="25" creationId="{B9044393-1F99-510A-AAE4-977F80DAE1F5}"/>
          </ac:spMkLst>
        </pc:spChg>
        <pc:spChg chg="add mod">
          <ac:chgData name="Lillian Lau" userId="13602411434_tp_box_2" providerId="OAuth2" clId="{D51C961A-52B9-4E6D-89FF-18BF1AB5C4C5}" dt="2025-03-26T03:24:03.132" v="2810" actId="1076"/>
          <ac:spMkLst>
            <pc:docMk/>
            <pc:sldMk cId="3884718831" sldId="415"/>
            <ac:spMk id="26" creationId="{E8A7484C-7E17-09D0-72C7-13E19F63C411}"/>
          </ac:spMkLst>
        </pc:spChg>
        <pc:spChg chg="add mod">
          <ac:chgData name="Lillian Lau" userId="13602411434_tp_box_2" providerId="OAuth2" clId="{D51C961A-52B9-4E6D-89FF-18BF1AB5C4C5}" dt="2025-03-26T03:24:03.132" v="2810" actId="1076"/>
          <ac:spMkLst>
            <pc:docMk/>
            <pc:sldMk cId="3884718831" sldId="415"/>
            <ac:spMk id="27" creationId="{9EC4D2F8-CD4A-6028-143F-8B96260E3F42}"/>
          </ac:spMkLst>
        </pc:spChg>
        <pc:spChg chg="add mod">
          <ac:chgData name="Lillian Lau" userId="13602411434_tp_box_2" providerId="OAuth2" clId="{D51C961A-52B9-4E6D-89FF-18BF1AB5C4C5}" dt="2025-03-26T03:24:03.132" v="2810" actId="1076"/>
          <ac:spMkLst>
            <pc:docMk/>
            <pc:sldMk cId="3884718831" sldId="415"/>
            <ac:spMk id="29" creationId="{10BA5563-0F2B-9C5E-1522-86C3B190BC16}"/>
          </ac:spMkLst>
        </pc:spChg>
        <pc:spChg chg="add mod">
          <ac:chgData name="Lillian Lau" userId="13602411434_tp_box_2" providerId="OAuth2" clId="{D51C961A-52B9-4E6D-89FF-18BF1AB5C4C5}" dt="2025-03-26T03:29:37.932" v="3067" actId="20577"/>
          <ac:spMkLst>
            <pc:docMk/>
            <pc:sldMk cId="3884718831" sldId="415"/>
            <ac:spMk id="37" creationId="{FEC2A139-43B4-499E-B0B6-5DB9F94DFE00}"/>
          </ac:spMkLst>
        </pc:spChg>
        <pc:picChg chg="del">
          <ac:chgData name="Lillian Lau" userId="13602411434_tp_box_2" providerId="OAuth2" clId="{D51C961A-52B9-4E6D-89FF-18BF1AB5C4C5}" dt="2025-03-26T03:22:43.847" v="2798" actId="478"/>
          <ac:picMkLst>
            <pc:docMk/>
            <pc:sldMk cId="3884718831" sldId="415"/>
            <ac:picMk id="11" creationId="{07BCD15A-C6D0-7C77-C737-1BDDE0EF607D}"/>
          </ac:picMkLst>
        </pc:picChg>
        <pc:picChg chg="add mod">
          <ac:chgData name="Lillian Lau" userId="13602411434_tp_box_2" providerId="OAuth2" clId="{D51C961A-52B9-4E6D-89FF-18BF1AB5C4C5}" dt="2025-03-26T03:28:02.164" v="2898" actId="1076"/>
          <ac:picMkLst>
            <pc:docMk/>
            <pc:sldMk cId="3884718831" sldId="415"/>
            <ac:picMk id="39" creationId="{7C619132-6087-A438-26F0-B24BC6EBBA67}"/>
          </ac:picMkLst>
        </pc:picChg>
        <pc:cxnChg chg="add mod">
          <ac:chgData name="Lillian Lau" userId="13602411434_tp_box_2" providerId="OAuth2" clId="{D51C961A-52B9-4E6D-89FF-18BF1AB5C4C5}" dt="2025-03-26T03:28:09.655" v="2901" actId="14100"/>
          <ac:cxnSpMkLst>
            <pc:docMk/>
            <pc:sldMk cId="3884718831" sldId="415"/>
            <ac:cxnSpMk id="34" creationId="{59E189C6-A183-5C81-FA81-FC9A8371DDFF}"/>
          </ac:cxnSpMkLst>
        </pc:cxnChg>
      </pc:sldChg>
      <pc:sldChg chg="add">
        <pc:chgData name="Lillian Lau" userId="13602411434_tp_box_2" providerId="OAuth2" clId="{D51C961A-52B9-4E6D-89FF-18BF1AB5C4C5}" dt="2025-03-26T03:22:31.410" v="2762"/>
        <pc:sldMkLst>
          <pc:docMk/>
          <pc:sldMk cId="3820869103" sldId="416"/>
        </pc:sldMkLst>
      </pc:sldChg>
      <pc:sldChg chg="delSp modSp add mod ord">
        <pc:chgData name="Lillian Lau" userId="13602411434_tp_box_2" providerId="OAuth2" clId="{D51C961A-52B9-4E6D-89FF-18BF1AB5C4C5}" dt="2025-03-26T03:53:04.292" v="4118"/>
        <pc:sldMkLst>
          <pc:docMk/>
          <pc:sldMk cId="3533951333" sldId="417"/>
        </pc:sldMkLst>
        <pc:spChg chg="mod">
          <ac:chgData name="Lillian Lau" userId="13602411434_tp_box_2" providerId="OAuth2" clId="{D51C961A-52B9-4E6D-89FF-18BF1AB5C4C5}" dt="2025-03-26T03:36:45.316" v="3532" actId="20577"/>
          <ac:spMkLst>
            <pc:docMk/>
            <pc:sldMk cId="3533951333" sldId="417"/>
            <ac:spMk id="7" creationId="{92417162-8014-23F7-95CC-01470CF34FF3}"/>
          </ac:spMkLst>
        </pc:spChg>
        <pc:spChg chg="mod">
          <ac:chgData name="Lillian Lau" userId="13602411434_tp_box_2" providerId="OAuth2" clId="{D51C961A-52B9-4E6D-89FF-18BF1AB5C4C5}" dt="2025-03-26T03:45:01.606" v="3759" actId="20577"/>
          <ac:spMkLst>
            <pc:docMk/>
            <pc:sldMk cId="3533951333" sldId="417"/>
            <ac:spMk id="37" creationId="{708A6687-FAD3-892A-2246-66C1ED4FA2BB}"/>
          </ac:spMkLst>
        </pc:spChg>
        <pc:picChg chg="del">
          <ac:chgData name="Lillian Lau" userId="13602411434_tp_box_2" providerId="OAuth2" clId="{D51C961A-52B9-4E6D-89FF-18BF1AB5C4C5}" dt="2025-03-26T03:29:02.242" v="2977" actId="21"/>
          <ac:picMkLst>
            <pc:docMk/>
            <pc:sldMk cId="3533951333" sldId="417"/>
            <ac:picMk id="39" creationId="{64F9D890-5A23-716C-4122-C6301E55E812}"/>
          </ac:picMkLst>
        </pc:picChg>
      </pc:sldChg>
      <pc:sldChg chg="addSp delSp modSp add mod ord delAnim">
        <pc:chgData name="Lillian Lau" userId="13602411434_tp_box_2" providerId="OAuth2" clId="{D51C961A-52B9-4E6D-89FF-18BF1AB5C4C5}" dt="2025-03-26T03:59:39.658" v="4431" actId="20577"/>
        <pc:sldMkLst>
          <pc:docMk/>
          <pc:sldMk cId="4118092634" sldId="418"/>
        </pc:sldMkLst>
        <pc:spChg chg="add mod">
          <ac:chgData name="Lillian Lau" userId="13602411434_tp_box_2" providerId="OAuth2" clId="{D51C961A-52B9-4E6D-89FF-18BF1AB5C4C5}" dt="2025-03-26T03:34:24.185" v="3487"/>
          <ac:spMkLst>
            <pc:docMk/>
            <pc:sldMk cId="4118092634" sldId="418"/>
            <ac:spMk id="4" creationId="{8336E5B6-4C8A-BC64-08E5-E4B4596F85E2}"/>
          </ac:spMkLst>
        </pc:spChg>
        <pc:spChg chg="del">
          <ac:chgData name="Lillian Lau" userId="13602411434_tp_box_2" providerId="OAuth2" clId="{D51C961A-52B9-4E6D-89FF-18BF1AB5C4C5}" dt="2025-03-26T03:34:18.674" v="3486" actId="478"/>
          <ac:spMkLst>
            <pc:docMk/>
            <pc:sldMk cId="4118092634" sldId="418"/>
            <ac:spMk id="6" creationId="{BDB34F35-DE07-45DE-FA64-87FA60E4ADB4}"/>
          </ac:spMkLst>
        </pc:spChg>
        <pc:spChg chg="mod">
          <ac:chgData name="Lillian Lau" userId="13602411434_tp_box_2" providerId="OAuth2" clId="{D51C961A-52B9-4E6D-89FF-18BF1AB5C4C5}" dt="2025-03-26T03:36:58.624" v="3595" actId="20577"/>
          <ac:spMkLst>
            <pc:docMk/>
            <pc:sldMk cId="4118092634" sldId="418"/>
            <ac:spMk id="7" creationId="{78FC3452-E936-29DE-9C85-F94F440C19B6}"/>
          </ac:spMkLst>
        </pc:spChg>
        <pc:spChg chg="add del">
          <ac:chgData name="Lillian Lau" userId="13602411434_tp_box_2" providerId="OAuth2" clId="{D51C961A-52B9-4E6D-89FF-18BF1AB5C4C5}" dt="2025-03-26T03:34:30.996" v="3489" actId="11529"/>
          <ac:spMkLst>
            <pc:docMk/>
            <pc:sldMk cId="4118092634" sldId="418"/>
            <ac:spMk id="11" creationId="{33784FCC-3F35-17F9-7E5E-8D14A5A94DB6}"/>
          </ac:spMkLst>
        </pc:spChg>
        <pc:spChg chg="del">
          <ac:chgData name="Lillian Lau" userId="13602411434_tp_box_2" providerId="OAuth2" clId="{D51C961A-52B9-4E6D-89FF-18BF1AB5C4C5}" dt="2025-03-26T03:34:18.674" v="3486" actId="478"/>
          <ac:spMkLst>
            <pc:docMk/>
            <pc:sldMk cId="4118092634" sldId="418"/>
            <ac:spMk id="13" creationId="{DD91279F-C46A-050B-1941-D74B87EE4288}"/>
          </ac:spMkLst>
        </pc:spChg>
        <pc:spChg chg="del">
          <ac:chgData name="Lillian Lau" userId="13602411434_tp_box_2" providerId="OAuth2" clId="{D51C961A-52B9-4E6D-89FF-18BF1AB5C4C5}" dt="2025-03-26T03:34:18.674" v="3486" actId="478"/>
          <ac:spMkLst>
            <pc:docMk/>
            <pc:sldMk cId="4118092634" sldId="418"/>
            <ac:spMk id="14" creationId="{A373369E-C2E4-A2D4-D07C-27C022A45884}"/>
          </ac:spMkLst>
        </pc:spChg>
        <pc:spChg chg="del">
          <ac:chgData name="Lillian Lau" userId="13602411434_tp_box_2" providerId="OAuth2" clId="{D51C961A-52B9-4E6D-89FF-18BF1AB5C4C5}" dt="2025-03-26T03:34:18.674" v="3486" actId="478"/>
          <ac:spMkLst>
            <pc:docMk/>
            <pc:sldMk cId="4118092634" sldId="418"/>
            <ac:spMk id="16" creationId="{F37EDD75-8648-5F3F-E89A-A7584A56C882}"/>
          </ac:spMkLst>
        </pc:spChg>
        <pc:spChg chg="del">
          <ac:chgData name="Lillian Lau" userId="13602411434_tp_box_2" providerId="OAuth2" clId="{D51C961A-52B9-4E6D-89FF-18BF1AB5C4C5}" dt="2025-03-26T03:34:18.674" v="3486" actId="478"/>
          <ac:spMkLst>
            <pc:docMk/>
            <pc:sldMk cId="4118092634" sldId="418"/>
            <ac:spMk id="20" creationId="{4B7F892E-2445-BD82-AF03-539182DFA975}"/>
          </ac:spMkLst>
        </pc:spChg>
        <pc:spChg chg="del">
          <ac:chgData name="Lillian Lau" userId="13602411434_tp_box_2" providerId="OAuth2" clId="{D51C961A-52B9-4E6D-89FF-18BF1AB5C4C5}" dt="2025-03-26T03:34:18.674" v="3486" actId="478"/>
          <ac:spMkLst>
            <pc:docMk/>
            <pc:sldMk cId="4118092634" sldId="418"/>
            <ac:spMk id="24" creationId="{0C68ADE8-02F0-D1FE-AB45-FAA9958249D4}"/>
          </ac:spMkLst>
        </pc:spChg>
        <pc:spChg chg="del">
          <ac:chgData name="Lillian Lau" userId="13602411434_tp_box_2" providerId="OAuth2" clId="{D51C961A-52B9-4E6D-89FF-18BF1AB5C4C5}" dt="2025-03-26T03:34:18.674" v="3486" actId="478"/>
          <ac:spMkLst>
            <pc:docMk/>
            <pc:sldMk cId="4118092634" sldId="418"/>
            <ac:spMk id="25" creationId="{E87AAA53-7B78-E5E7-D40B-78DF18EEB47D}"/>
          </ac:spMkLst>
        </pc:spChg>
        <pc:spChg chg="del">
          <ac:chgData name="Lillian Lau" userId="13602411434_tp_box_2" providerId="OAuth2" clId="{D51C961A-52B9-4E6D-89FF-18BF1AB5C4C5}" dt="2025-03-26T03:34:18.674" v="3486" actId="478"/>
          <ac:spMkLst>
            <pc:docMk/>
            <pc:sldMk cId="4118092634" sldId="418"/>
            <ac:spMk id="27" creationId="{4C9E6A62-A5A4-0316-3A76-754328F535BD}"/>
          </ac:spMkLst>
        </pc:spChg>
        <pc:spChg chg="del">
          <ac:chgData name="Lillian Lau" userId="13602411434_tp_box_2" providerId="OAuth2" clId="{D51C961A-52B9-4E6D-89FF-18BF1AB5C4C5}" dt="2025-03-26T03:34:18.674" v="3486" actId="478"/>
          <ac:spMkLst>
            <pc:docMk/>
            <pc:sldMk cId="4118092634" sldId="418"/>
            <ac:spMk id="28" creationId="{A932215D-E0B3-5BE8-F14E-B8A4BBB46376}"/>
          </ac:spMkLst>
        </pc:spChg>
        <pc:spChg chg="del">
          <ac:chgData name="Lillian Lau" userId="13602411434_tp_box_2" providerId="OAuth2" clId="{D51C961A-52B9-4E6D-89FF-18BF1AB5C4C5}" dt="2025-03-26T03:34:18.674" v="3486" actId="478"/>
          <ac:spMkLst>
            <pc:docMk/>
            <pc:sldMk cId="4118092634" sldId="418"/>
            <ac:spMk id="29" creationId="{BEB79A35-5D40-DD4E-63B8-AA2499082C11}"/>
          </ac:spMkLst>
        </pc:spChg>
        <pc:spChg chg="add mod">
          <ac:chgData name="Lillian Lau" userId="13602411434_tp_box_2" providerId="OAuth2" clId="{D51C961A-52B9-4E6D-89FF-18BF1AB5C4C5}" dt="2025-03-26T03:35:12.579" v="3504" actId="14100"/>
          <ac:spMkLst>
            <pc:docMk/>
            <pc:sldMk cId="4118092634" sldId="418"/>
            <ac:spMk id="33" creationId="{A874A13B-812D-9B3C-1F66-D2F0E82DD272}"/>
          </ac:spMkLst>
        </pc:spChg>
        <pc:spChg chg="add del mod">
          <ac:chgData name="Lillian Lau" userId="13602411434_tp_box_2" providerId="OAuth2" clId="{D51C961A-52B9-4E6D-89FF-18BF1AB5C4C5}" dt="2025-03-26T03:35:50.876" v="3506"/>
          <ac:spMkLst>
            <pc:docMk/>
            <pc:sldMk cId="4118092634" sldId="418"/>
            <ac:spMk id="35" creationId="{4C073F0F-E7C5-D8FF-DC8E-0820BBDF60A0}"/>
          </ac:spMkLst>
        </pc:spChg>
        <pc:spChg chg="add mod">
          <ac:chgData name="Lillian Lau" userId="13602411434_tp_box_2" providerId="OAuth2" clId="{D51C961A-52B9-4E6D-89FF-18BF1AB5C4C5}" dt="2025-03-26T03:42:27.462" v="3690" actId="14100"/>
          <ac:spMkLst>
            <pc:docMk/>
            <pc:sldMk cId="4118092634" sldId="418"/>
            <ac:spMk id="36" creationId="{71675CB7-A745-9232-8FD9-9523179CA2ED}"/>
          </ac:spMkLst>
        </pc:spChg>
        <pc:spChg chg="mod">
          <ac:chgData name="Lillian Lau" userId="13602411434_tp_box_2" providerId="OAuth2" clId="{D51C961A-52B9-4E6D-89FF-18BF1AB5C4C5}" dt="2025-03-26T03:59:39.658" v="4431" actId="20577"/>
          <ac:spMkLst>
            <pc:docMk/>
            <pc:sldMk cId="4118092634" sldId="418"/>
            <ac:spMk id="37" creationId="{56C98F7B-2997-D1F8-BCA1-890CECCD6FDC}"/>
          </ac:spMkLst>
        </pc:spChg>
        <pc:spChg chg="add mod">
          <ac:chgData name="Lillian Lau" userId="13602411434_tp_box_2" providerId="OAuth2" clId="{D51C961A-52B9-4E6D-89FF-18BF1AB5C4C5}" dt="2025-03-26T03:42:17.096" v="3686" actId="1076"/>
          <ac:spMkLst>
            <pc:docMk/>
            <pc:sldMk cId="4118092634" sldId="418"/>
            <ac:spMk id="38" creationId="{E15FF15D-01F6-0B5D-1818-9D6EFB684749}"/>
          </ac:spMkLst>
        </pc:spChg>
        <pc:spChg chg="add del mod">
          <ac:chgData name="Lillian Lau" userId="13602411434_tp_box_2" providerId="OAuth2" clId="{D51C961A-52B9-4E6D-89FF-18BF1AB5C4C5}" dt="2025-03-26T03:42:37.559" v="3698" actId="478"/>
          <ac:spMkLst>
            <pc:docMk/>
            <pc:sldMk cId="4118092634" sldId="418"/>
            <ac:spMk id="39" creationId="{636B83E6-051B-4705-6248-D530C18D363A}"/>
          </ac:spMkLst>
        </pc:spChg>
        <pc:spChg chg="add del">
          <ac:chgData name="Lillian Lau" userId="13602411434_tp_box_2" providerId="OAuth2" clId="{D51C961A-52B9-4E6D-89FF-18BF1AB5C4C5}" dt="2025-03-26T03:42:29.527" v="3692" actId="22"/>
          <ac:spMkLst>
            <pc:docMk/>
            <pc:sldMk cId="4118092634" sldId="418"/>
            <ac:spMk id="41" creationId="{18B9B70B-F343-8E24-3E2A-307555CB1460}"/>
          </ac:spMkLst>
        </pc:spChg>
        <pc:spChg chg="add mod">
          <ac:chgData name="Lillian Lau" userId="13602411434_tp_box_2" providerId="OAuth2" clId="{D51C961A-52B9-4E6D-89FF-18BF1AB5C4C5}" dt="2025-03-26T03:44:49.191" v="3749" actId="20577"/>
          <ac:spMkLst>
            <pc:docMk/>
            <pc:sldMk cId="4118092634" sldId="418"/>
            <ac:spMk id="42" creationId="{AA8749F4-10A0-96B0-E7F8-E77025FA94C3}"/>
          </ac:spMkLst>
        </pc:spChg>
        <pc:spChg chg="add mod">
          <ac:chgData name="Lillian Lau" userId="13602411434_tp_box_2" providerId="OAuth2" clId="{D51C961A-52B9-4E6D-89FF-18BF1AB5C4C5}" dt="2025-03-26T03:44:54.869" v="3755" actId="20577"/>
          <ac:spMkLst>
            <pc:docMk/>
            <pc:sldMk cId="4118092634" sldId="418"/>
            <ac:spMk id="43" creationId="{0EBE0A2E-9335-6A41-18C2-C7F7DEAA7304}"/>
          </ac:spMkLst>
        </pc:spChg>
        <pc:spChg chg="add mod">
          <ac:chgData name="Lillian Lau" userId="13602411434_tp_box_2" providerId="OAuth2" clId="{D51C961A-52B9-4E6D-89FF-18BF1AB5C4C5}" dt="2025-03-26T03:42:59.297" v="3708" actId="20577"/>
          <ac:spMkLst>
            <pc:docMk/>
            <pc:sldMk cId="4118092634" sldId="418"/>
            <ac:spMk id="44" creationId="{3E0BB0E0-E5BE-CBD6-AC33-4BE766A0C047}"/>
          </ac:spMkLst>
        </pc:spChg>
        <pc:spChg chg="add mod">
          <ac:chgData name="Lillian Lau" userId="13602411434_tp_box_2" providerId="OAuth2" clId="{D51C961A-52B9-4E6D-89FF-18BF1AB5C4C5}" dt="2025-03-26T03:43:10.373" v="3712" actId="1076"/>
          <ac:spMkLst>
            <pc:docMk/>
            <pc:sldMk cId="4118092634" sldId="418"/>
            <ac:spMk id="45" creationId="{28B9C9C2-2560-7BE8-0BB0-39D4EE2D7193}"/>
          </ac:spMkLst>
        </pc:spChg>
        <pc:spChg chg="add mod">
          <ac:chgData name="Lillian Lau" userId="13602411434_tp_box_2" providerId="OAuth2" clId="{D51C961A-52B9-4E6D-89FF-18BF1AB5C4C5}" dt="2025-03-26T03:43:10.912" v="3713"/>
          <ac:spMkLst>
            <pc:docMk/>
            <pc:sldMk cId="4118092634" sldId="418"/>
            <ac:spMk id="46" creationId="{21B0A537-065D-2C39-F514-944E28A1FD4F}"/>
          </ac:spMkLst>
        </pc:spChg>
        <pc:spChg chg="add mod">
          <ac:chgData name="Lillian Lau" userId="13602411434_tp_box_2" providerId="OAuth2" clId="{D51C961A-52B9-4E6D-89FF-18BF1AB5C4C5}" dt="2025-03-26T03:43:15.492" v="3715" actId="1076"/>
          <ac:spMkLst>
            <pc:docMk/>
            <pc:sldMk cId="4118092634" sldId="418"/>
            <ac:spMk id="47" creationId="{D997E2C4-244B-1C34-A33F-30B7659F0C9A}"/>
          </ac:spMkLst>
        </pc:spChg>
        <pc:spChg chg="add mod">
          <ac:chgData name="Lillian Lau" userId="13602411434_tp_box_2" providerId="OAuth2" clId="{D51C961A-52B9-4E6D-89FF-18BF1AB5C4C5}" dt="2025-03-26T03:43:21.701" v="3718" actId="1076"/>
          <ac:spMkLst>
            <pc:docMk/>
            <pc:sldMk cId="4118092634" sldId="418"/>
            <ac:spMk id="48" creationId="{83B68ACF-A2B3-A602-E546-F9F74351943F}"/>
          </ac:spMkLst>
        </pc:spChg>
        <pc:spChg chg="add mod">
          <ac:chgData name="Lillian Lau" userId="13602411434_tp_box_2" providerId="OAuth2" clId="{D51C961A-52B9-4E6D-89FF-18BF1AB5C4C5}" dt="2025-03-26T03:43:21.997" v="3719"/>
          <ac:spMkLst>
            <pc:docMk/>
            <pc:sldMk cId="4118092634" sldId="418"/>
            <ac:spMk id="49" creationId="{365E54D8-4E51-B4C8-1251-9B63EDC2F78A}"/>
          </ac:spMkLst>
        </pc:spChg>
        <pc:spChg chg="add mod">
          <ac:chgData name="Lillian Lau" userId="13602411434_tp_box_2" providerId="OAuth2" clId="{D51C961A-52B9-4E6D-89FF-18BF1AB5C4C5}" dt="2025-03-26T03:43:26.471" v="3721" actId="1076"/>
          <ac:spMkLst>
            <pc:docMk/>
            <pc:sldMk cId="4118092634" sldId="418"/>
            <ac:spMk id="50" creationId="{A47B57CE-ECED-225D-C0B5-86BA0446C9E4}"/>
          </ac:spMkLst>
        </pc:spChg>
        <pc:spChg chg="add mod">
          <ac:chgData name="Lillian Lau" userId="13602411434_tp_box_2" providerId="OAuth2" clId="{D51C961A-52B9-4E6D-89FF-18BF1AB5C4C5}" dt="2025-03-26T03:44:51.995" v="3752" actId="20577"/>
          <ac:spMkLst>
            <pc:docMk/>
            <pc:sldMk cId="4118092634" sldId="418"/>
            <ac:spMk id="51" creationId="{880A7983-73CE-6B69-B3D9-8531E7F5B8FC}"/>
          </ac:spMkLst>
        </pc:spChg>
        <pc:spChg chg="add mod">
          <ac:chgData name="Lillian Lau" userId="13602411434_tp_box_2" providerId="OAuth2" clId="{D51C961A-52B9-4E6D-89FF-18BF1AB5C4C5}" dt="2025-03-26T03:43:43.099" v="3727" actId="1076"/>
          <ac:spMkLst>
            <pc:docMk/>
            <pc:sldMk cId="4118092634" sldId="418"/>
            <ac:spMk id="52" creationId="{A31CD932-B88D-4D15-E922-1C381A6D7C6B}"/>
          </ac:spMkLst>
        </pc:spChg>
        <pc:spChg chg="add mod">
          <ac:chgData name="Lillian Lau" userId="13602411434_tp_box_2" providerId="OAuth2" clId="{D51C961A-52B9-4E6D-89FF-18BF1AB5C4C5}" dt="2025-03-26T03:43:43.099" v="3727" actId="1076"/>
          <ac:spMkLst>
            <pc:docMk/>
            <pc:sldMk cId="4118092634" sldId="418"/>
            <ac:spMk id="53" creationId="{59C7BA7C-7956-655D-262D-D728CE78A46B}"/>
          </ac:spMkLst>
        </pc:spChg>
      </pc:sldChg>
      <pc:sldChg chg="delSp modSp add mod ord">
        <pc:chgData name="Lillian Lau" userId="13602411434_tp_box_2" providerId="OAuth2" clId="{D51C961A-52B9-4E6D-89FF-18BF1AB5C4C5}" dt="2025-03-26T04:00:58.174" v="4574" actId="20577"/>
        <pc:sldMkLst>
          <pc:docMk/>
          <pc:sldMk cId="3692129324" sldId="419"/>
        </pc:sldMkLst>
        <pc:spChg chg="mod">
          <ac:chgData name="Lillian Lau" userId="13602411434_tp_box_2" providerId="OAuth2" clId="{D51C961A-52B9-4E6D-89FF-18BF1AB5C4C5}" dt="2025-03-26T04:00:58.174" v="4574" actId="20577"/>
          <ac:spMkLst>
            <pc:docMk/>
            <pc:sldMk cId="3692129324" sldId="419"/>
            <ac:spMk id="7" creationId="{0C6F1270-809E-6B1F-4DE8-DE838DB902F6}"/>
          </ac:spMkLst>
        </pc:spChg>
        <pc:spChg chg="del">
          <ac:chgData name="Lillian Lau" userId="13602411434_tp_box_2" providerId="OAuth2" clId="{D51C961A-52B9-4E6D-89FF-18BF1AB5C4C5}" dt="2025-03-26T03:46:29.177" v="3897" actId="478"/>
          <ac:spMkLst>
            <pc:docMk/>
            <pc:sldMk cId="3692129324" sldId="419"/>
            <ac:spMk id="33" creationId="{49E38299-3495-E6E6-9049-73E83D805483}"/>
          </ac:spMkLst>
        </pc:spChg>
        <pc:spChg chg="del">
          <ac:chgData name="Lillian Lau" userId="13602411434_tp_box_2" providerId="OAuth2" clId="{D51C961A-52B9-4E6D-89FF-18BF1AB5C4C5}" dt="2025-03-26T03:46:31.198" v="3898" actId="478"/>
          <ac:spMkLst>
            <pc:docMk/>
            <pc:sldMk cId="3692129324" sldId="419"/>
            <ac:spMk id="37" creationId="{83319670-8390-7E8E-DCE8-AFCDE40886F0}"/>
          </ac:spMkLst>
        </pc:spChg>
        <pc:spChg chg="del">
          <ac:chgData name="Lillian Lau" userId="13602411434_tp_box_2" providerId="OAuth2" clId="{D51C961A-52B9-4E6D-89FF-18BF1AB5C4C5}" dt="2025-03-26T03:46:29.177" v="3897" actId="478"/>
          <ac:spMkLst>
            <pc:docMk/>
            <pc:sldMk cId="3692129324" sldId="419"/>
            <ac:spMk id="42" creationId="{5D4F7D5E-513B-60DD-0B8D-B7E8FBE15881}"/>
          </ac:spMkLst>
        </pc:spChg>
        <pc:spChg chg="del">
          <ac:chgData name="Lillian Lau" userId="13602411434_tp_box_2" providerId="OAuth2" clId="{D51C961A-52B9-4E6D-89FF-18BF1AB5C4C5}" dt="2025-03-26T03:46:29.177" v="3897" actId="478"/>
          <ac:spMkLst>
            <pc:docMk/>
            <pc:sldMk cId="3692129324" sldId="419"/>
            <ac:spMk id="43" creationId="{9A6A7F84-D668-2133-A601-BD5B72502AE9}"/>
          </ac:spMkLst>
        </pc:spChg>
        <pc:spChg chg="del">
          <ac:chgData name="Lillian Lau" userId="13602411434_tp_box_2" providerId="OAuth2" clId="{D51C961A-52B9-4E6D-89FF-18BF1AB5C4C5}" dt="2025-03-26T03:46:29.177" v="3897" actId="478"/>
          <ac:spMkLst>
            <pc:docMk/>
            <pc:sldMk cId="3692129324" sldId="419"/>
            <ac:spMk id="44" creationId="{BE6D5509-00A3-D80C-6255-4005BB0761F9}"/>
          </ac:spMkLst>
        </pc:spChg>
        <pc:spChg chg="del">
          <ac:chgData name="Lillian Lau" userId="13602411434_tp_box_2" providerId="OAuth2" clId="{D51C961A-52B9-4E6D-89FF-18BF1AB5C4C5}" dt="2025-03-26T03:46:29.177" v="3897" actId="478"/>
          <ac:spMkLst>
            <pc:docMk/>
            <pc:sldMk cId="3692129324" sldId="419"/>
            <ac:spMk id="47" creationId="{B351C360-2F0B-7FF3-7DDB-99EB3776F320}"/>
          </ac:spMkLst>
        </pc:spChg>
        <pc:spChg chg="del">
          <ac:chgData name="Lillian Lau" userId="13602411434_tp_box_2" providerId="OAuth2" clId="{D51C961A-52B9-4E6D-89FF-18BF1AB5C4C5}" dt="2025-03-26T03:46:29.177" v="3897" actId="478"/>
          <ac:spMkLst>
            <pc:docMk/>
            <pc:sldMk cId="3692129324" sldId="419"/>
            <ac:spMk id="48" creationId="{D92BACF2-50E2-3ECD-768A-CAB150044E90}"/>
          </ac:spMkLst>
        </pc:spChg>
        <pc:spChg chg="del">
          <ac:chgData name="Lillian Lau" userId="13602411434_tp_box_2" providerId="OAuth2" clId="{D51C961A-52B9-4E6D-89FF-18BF1AB5C4C5}" dt="2025-03-26T03:46:29.177" v="3897" actId="478"/>
          <ac:spMkLst>
            <pc:docMk/>
            <pc:sldMk cId="3692129324" sldId="419"/>
            <ac:spMk id="50" creationId="{81F6DEAB-3535-FD7B-E3AB-206F4C14EC06}"/>
          </ac:spMkLst>
        </pc:spChg>
        <pc:spChg chg="del">
          <ac:chgData name="Lillian Lau" userId="13602411434_tp_box_2" providerId="OAuth2" clId="{D51C961A-52B9-4E6D-89FF-18BF1AB5C4C5}" dt="2025-03-26T03:46:29.177" v="3897" actId="478"/>
          <ac:spMkLst>
            <pc:docMk/>
            <pc:sldMk cId="3692129324" sldId="419"/>
            <ac:spMk id="51" creationId="{D966A43F-92DA-4B17-CE5B-8E10CE2285D2}"/>
          </ac:spMkLst>
        </pc:spChg>
        <pc:spChg chg="del">
          <ac:chgData name="Lillian Lau" userId="13602411434_tp_box_2" providerId="OAuth2" clId="{D51C961A-52B9-4E6D-89FF-18BF1AB5C4C5}" dt="2025-03-26T03:46:29.177" v="3897" actId="478"/>
          <ac:spMkLst>
            <pc:docMk/>
            <pc:sldMk cId="3692129324" sldId="419"/>
            <ac:spMk id="52" creationId="{CA555ACE-4C95-6273-490E-E46D8E5905B5}"/>
          </ac:spMkLst>
        </pc:spChg>
        <pc:spChg chg="del">
          <ac:chgData name="Lillian Lau" userId="13602411434_tp_box_2" providerId="OAuth2" clId="{D51C961A-52B9-4E6D-89FF-18BF1AB5C4C5}" dt="2025-03-26T03:46:29.177" v="3897" actId="478"/>
          <ac:spMkLst>
            <pc:docMk/>
            <pc:sldMk cId="3692129324" sldId="419"/>
            <ac:spMk id="53" creationId="{62EF098F-5EDB-FF42-3AE3-3191592BDE27}"/>
          </ac:spMkLst>
        </pc:spChg>
      </pc:sldChg>
      <pc:sldChg chg="modSp add mod">
        <pc:chgData name="Lillian Lau" userId="13602411434_tp_box_2" providerId="OAuth2" clId="{D51C961A-52B9-4E6D-89FF-18BF1AB5C4C5}" dt="2025-03-26T04:00:30.342" v="4438" actId="20577"/>
        <pc:sldMkLst>
          <pc:docMk/>
          <pc:sldMk cId="1361233775" sldId="420"/>
        </pc:sldMkLst>
        <pc:spChg chg="mod">
          <ac:chgData name="Lillian Lau" userId="13602411434_tp_box_2" providerId="OAuth2" clId="{D51C961A-52B9-4E6D-89FF-18BF1AB5C4C5}" dt="2025-03-26T04:00:25.507" v="4434" actId="20577"/>
          <ac:spMkLst>
            <pc:docMk/>
            <pc:sldMk cId="1361233775" sldId="420"/>
            <ac:spMk id="64" creationId="{30BEE960-383C-A2EC-4952-BF7E4604C639}"/>
          </ac:spMkLst>
        </pc:spChg>
        <pc:spChg chg="mod">
          <ac:chgData name="Lillian Lau" userId="13602411434_tp_box_2" providerId="OAuth2" clId="{D51C961A-52B9-4E6D-89FF-18BF1AB5C4C5}" dt="2025-03-26T04:00:30.342" v="4438" actId="20577"/>
          <ac:spMkLst>
            <pc:docMk/>
            <pc:sldMk cId="1361233775" sldId="420"/>
            <ac:spMk id="65" creationId="{248064E7-B98F-8091-BC5C-330A10327763}"/>
          </ac:spMkLst>
        </pc:spChg>
        <pc:spChg chg="mod">
          <ac:chgData name="Lillian Lau" userId="13602411434_tp_box_2" providerId="OAuth2" clId="{D51C961A-52B9-4E6D-89FF-18BF1AB5C4C5}" dt="2025-03-26T04:00:28.857" v="4437" actId="20577"/>
          <ac:spMkLst>
            <pc:docMk/>
            <pc:sldMk cId="1361233775" sldId="420"/>
            <ac:spMk id="66" creationId="{8F55E14B-DA59-97A0-8652-6C341E7AA2A5}"/>
          </ac:spMkLst>
        </pc:spChg>
      </pc:sldChg>
      <pc:sldChg chg="addSp delSp modSp add mod">
        <pc:chgData name="Lillian Lau" userId="13602411434_tp_box_2" providerId="OAuth2" clId="{D51C961A-52B9-4E6D-89FF-18BF1AB5C4C5}" dt="2025-03-26T04:09:24.882" v="5011" actId="6549"/>
        <pc:sldMkLst>
          <pc:docMk/>
          <pc:sldMk cId="1482913711" sldId="421"/>
        </pc:sldMkLst>
        <pc:spChg chg="add mod">
          <ac:chgData name="Lillian Lau" userId="13602411434_tp_box_2" providerId="OAuth2" clId="{D51C961A-52B9-4E6D-89FF-18BF1AB5C4C5}" dt="2025-03-26T04:02:44.424" v="4656" actId="20577"/>
          <ac:spMkLst>
            <pc:docMk/>
            <pc:sldMk cId="1482913711" sldId="421"/>
            <ac:spMk id="6" creationId="{60D8831B-49A6-86A7-5909-42EA731EBC16}"/>
          </ac:spMkLst>
        </pc:spChg>
        <pc:spChg chg="mod">
          <ac:chgData name="Lillian Lau" userId="13602411434_tp_box_2" providerId="OAuth2" clId="{D51C961A-52B9-4E6D-89FF-18BF1AB5C4C5}" dt="2025-03-26T04:09:24.882" v="5011" actId="6549"/>
          <ac:spMkLst>
            <pc:docMk/>
            <pc:sldMk cId="1482913711" sldId="421"/>
            <ac:spMk id="7" creationId="{449901CD-6E33-A9EB-6B2A-EC321769B1A8}"/>
          </ac:spMkLst>
        </pc:spChg>
        <pc:spChg chg="add del mod">
          <ac:chgData name="Lillian Lau" userId="13602411434_tp_box_2" providerId="OAuth2" clId="{D51C961A-52B9-4E6D-89FF-18BF1AB5C4C5}" dt="2025-03-26T04:03:02.191" v="4662" actId="478"/>
          <ac:spMkLst>
            <pc:docMk/>
            <pc:sldMk cId="1482913711" sldId="421"/>
            <ac:spMk id="8" creationId="{90764DD1-787F-A8D1-9549-AFE2821E9980}"/>
          </ac:spMkLst>
        </pc:spChg>
        <pc:spChg chg="mod">
          <ac:chgData name="Lillian Lau" userId="13602411434_tp_box_2" providerId="OAuth2" clId="{D51C961A-52B9-4E6D-89FF-18BF1AB5C4C5}" dt="2025-03-26T04:01:20.321" v="4586" actId="20577"/>
          <ac:spMkLst>
            <pc:docMk/>
            <pc:sldMk cId="1482913711" sldId="421"/>
            <ac:spMk id="9" creationId="{56E2FE67-DE79-2AD1-5A1C-224DE4A06F9C}"/>
          </ac:spMkLst>
        </pc:spChg>
        <pc:picChg chg="add mod">
          <ac:chgData name="Lillian Lau" userId="13602411434_tp_box_2" providerId="OAuth2" clId="{D51C961A-52B9-4E6D-89FF-18BF1AB5C4C5}" dt="2025-03-26T04:02:27.989" v="4642" actId="1076"/>
          <ac:picMkLst>
            <pc:docMk/>
            <pc:sldMk cId="1482913711" sldId="421"/>
            <ac:picMk id="5" creationId="{816BF264-C678-6525-6DB0-2485A45F815B}"/>
          </ac:picMkLst>
        </pc:picChg>
      </pc:sldChg>
      <pc:sldChg chg="addSp delSp modSp add mod">
        <pc:chgData name="Lillian Lau" userId="13602411434_tp_box_2" providerId="OAuth2" clId="{D51C961A-52B9-4E6D-89FF-18BF1AB5C4C5}" dt="2025-03-26T04:13:37.315" v="5339" actId="20577"/>
        <pc:sldMkLst>
          <pc:docMk/>
          <pc:sldMk cId="3539420448" sldId="422"/>
        </pc:sldMkLst>
        <pc:spChg chg="del mod">
          <ac:chgData name="Lillian Lau" userId="13602411434_tp_box_2" providerId="OAuth2" clId="{D51C961A-52B9-4E6D-89FF-18BF1AB5C4C5}" dt="2025-03-26T04:10:58.068" v="5223" actId="478"/>
          <ac:spMkLst>
            <pc:docMk/>
            <pc:sldMk cId="3539420448" sldId="422"/>
            <ac:spMk id="6" creationId="{9AC0E82A-4DA3-FCCC-EC70-1D13216F4EB6}"/>
          </ac:spMkLst>
        </pc:spChg>
        <pc:spChg chg="mod">
          <ac:chgData name="Lillian Lau" userId="13602411434_tp_box_2" providerId="OAuth2" clId="{D51C961A-52B9-4E6D-89FF-18BF1AB5C4C5}" dt="2025-03-26T04:10:46.061" v="5219" actId="20577"/>
          <ac:spMkLst>
            <pc:docMk/>
            <pc:sldMk cId="3539420448" sldId="422"/>
            <ac:spMk id="7" creationId="{B5D98539-186B-81EA-A40C-81CBBB83F987}"/>
          </ac:spMkLst>
        </pc:spChg>
        <pc:spChg chg="add mod">
          <ac:chgData name="Lillian Lau" userId="13602411434_tp_box_2" providerId="OAuth2" clId="{D51C961A-52B9-4E6D-89FF-18BF1AB5C4C5}" dt="2025-03-26T04:13:04.291" v="5300" actId="1076"/>
          <ac:spMkLst>
            <pc:docMk/>
            <pc:sldMk cId="3539420448" sldId="422"/>
            <ac:spMk id="10" creationId="{1105426B-675B-E362-D65A-627659FE8534}"/>
          </ac:spMkLst>
        </pc:spChg>
        <pc:spChg chg="add mod">
          <ac:chgData name="Lillian Lau" userId="13602411434_tp_box_2" providerId="OAuth2" clId="{D51C961A-52B9-4E6D-89FF-18BF1AB5C4C5}" dt="2025-03-26T04:13:37.315" v="5339" actId="20577"/>
          <ac:spMkLst>
            <pc:docMk/>
            <pc:sldMk cId="3539420448" sldId="422"/>
            <ac:spMk id="11" creationId="{1CB80444-C25E-65A8-0CA4-DD7ABB9F93AC}"/>
          </ac:spMkLst>
        </pc:spChg>
        <pc:picChg chg="del mod">
          <ac:chgData name="Lillian Lau" userId="13602411434_tp_box_2" providerId="OAuth2" clId="{D51C961A-52B9-4E6D-89FF-18BF1AB5C4C5}" dt="2025-03-26T04:10:58.068" v="5223" actId="478"/>
          <ac:picMkLst>
            <pc:docMk/>
            <pc:sldMk cId="3539420448" sldId="422"/>
            <ac:picMk id="5" creationId="{8CD1B1F2-6BEE-27D1-2731-6BEC31032926}"/>
          </ac:picMkLst>
        </pc:picChg>
        <pc:picChg chg="add mod">
          <ac:chgData name="Lillian Lau" userId="13602411434_tp_box_2" providerId="OAuth2" clId="{D51C961A-52B9-4E6D-89FF-18BF1AB5C4C5}" dt="2025-03-26T04:13:04.291" v="5300" actId="1076"/>
          <ac:picMkLst>
            <pc:docMk/>
            <pc:sldMk cId="3539420448" sldId="422"/>
            <ac:picMk id="8" creationId="{B08B42CC-6DD7-F1F6-2B81-84A03E9B6CE8}"/>
          </ac:picMkLst>
        </pc:picChg>
      </pc:sldChg>
      <pc:sldChg chg="addSp delSp modSp add mod delAnim modAnim">
        <pc:chgData name="Lillian Lau" userId="13602411434_tp_box_2" providerId="OAuth2" clId="{D51C961A-52B9-4E6D-89FF-18BF1AB5C4C5}" dt="2025-03-26T04:10:27.869" v="5165" actId="207"/>
        <pc:sldMkLst>
          <pc:docMk/>
          <pc:sldMk cId="3471233226" sldId="423"/>
        </pc:sldMkLst>
        <pc:spChg chg="del">
          <ac:chgData name="Lillian Lau" userId="13602411434_tp_box_2" providerId="OAuth2" clId="{D51C961A-52B9-4E6D-89FF-18BF1AB5C4C5}" dt="2025-03-26T04:06:26.883" v="4904" actId="478"/>
          <ac:spMkLst>
            <pc:docMk/>
            <pc:sldMk cId="3471233226" sldId="423"/>
            <ac:spMk id="6" creationId="{45864A08-30B6-866D-BA36-9770F9A277EE}"/>
          </ac:spMkLst>
        </pc:spChg>
        <pc:spChg chg="add mod">
          <ac:chgData name="Lillian Lau" userId="13602411434_tp_box_2" providerId="OAuth2" clId="{D51C961A-52B9-4E6D-89FF-18BF1AB5C4C5}" dt="2025-03-26T04:10:27.869" v="5165" actId="207"/>
          <ac:spMkLst>
            <pc:docMk/>
            <pc:sldMk cId="3471233226" sldId="423"/>
            <ac:spMk id="29" creationId="{20FCD6AA-B59F-2EB7-0E2D-5A5F8663EA94}"/>
          </ac:spMkLst>
        </pc:spChg>
        <pc:grpChg chg="add del mod">
          <ac:chgData name="Lillian Lau" userId="13602411434_tp_box_2" providerId="OAuth2" clId="{D51C961A-52B9-4E6D-89FF-18BF1AB5C4C5}" dt="2025-03-26T04:06:47.913" v="4913" actId="478"/>
          <ac:grpSpMkLst>
            <pc:docMk/>
            <pc:sldMk cId="3471233226" sldId="423"/>
            <ac:grpSpMk id="13" creationId="{9CD55B25-6BC4-584D-3E5D-D9283151CF74}"/>
          </ac:grpSpMkLst>
        </pc:grpChg>
        <pc:grpChg chg="add del mod">
          <ac:chgData name="Lillian Lau" userId="13602411434_tp_box_2" providerId="OAuth2" clId="{D51C961A-52B9-4E6D-89FF-18BF1AB5C4C5}" dt="2025-03-26T04:08:58.155" v="4980" actId="478"/>
          <ac:grpSpMkLst>
            <pc:docMk/>
            <pc:sldMk cId="3471233226" sldId="423"/>
            <ac:grpSpMk id="28" creationId="{B9D97B9E-61F9-337E-2F54-C67118DED933}"/>
          </ac:grpSpMkLst>
        </pc:grpChg>
        <pc:picChg chg="add del mod">
          <ac:chgData name="Lillian Lau" userId="13602411434_tp_box_2" providerId="OAuth2" clId="{D51C961A-52B9-4E6D-89FF-18BF1AB5C4C5}" dt="2025-03-26T04:06:35.318" v="4908" actId="478"/>
          <ac:picMkLst>
            <pc:docMk/>
            <pc:sldMk cId="3471233226" sldId="423"/>
            <ac:picMk id="4" creationId="{88A5DE65-034B-0618-A4CB-CC3F8CF79DA8}"/>
          </ac:picMkLst>
        </pc:picChg>
        <pc:picChg chg="del">
          <ac:chgData name="Lillian Lau" userId="13602411434_tp_box_2" providerId="OAuth2" clId="{D51C961A-52B9-4E6D-89FF-18BF1AB5C4C5}" dt="2025-03-26T04:06:26.883" v="4904" actId="478"/>
          <ac:picMkLst>
            <pc:docMk/>
            <pc:sldMk cId="3471233226" sldId="423"/>
            <ac:picMk id="5" creationId="{786DD46E-C6C0-60BA-5C6B-C451C02B37D0}"/>
          </ac:picMkLst>
        </pc:picChg>
        <pc:picChg chg="add del mod">
          <ac:chgData name="Lillian Lau" userId="13602411434_tp_box_2" providerId="OAuth2" clId="{D51C961A-52B9-4E6D-89FF-18BF1AB5C4C5}" dt="2025-03-26T04:06:35.318" v="4908" actId="478"/>
          <ac:picMkLst>
            <pc:docMk/>
            <pc:sldMk cId="3471233226" sldId="423"/>
            <ac:picMk id="8" creationId="{636718DA-9431-EEFA-C71B-74207C3FEE6A}"/>
          </ac:picMkLst>
        </pc:picChg>
        <pc:picChg chg="add mod">
          <ac:chgData name="Lillian Lau" userId="13602411434_tp_box_2" providerId="OAuth2" clId="{D51C961A-52B9-4E6D-89FF-18BF1AB5C4C5}" dt="2025-03-26T04:06:42.625" v="4910" actId="164"/>
          <ac:picMkLst>
            <pc:docMk/>
            <pc:sldMk cId="3471233226" sldId="423"/>
            <ac:picMk id="10" creationId="{EF87E93F-F8D7-CC9A-AEA4-CE6D3AAFF159}"/>
          </ac:picMkLst>
        </pc:picChg>
        <pc:picChg chg="add mod">
          <ac:chgData name="Lillian Lau" userId="13602411434_tp_box_2" providerId="OAuth2" clId="{D51C961A-52B9-4E6D-89FF-18BF1AB5C4C5}" dt="2025-03-26T04:06:42.625" v="4910" actId="164"/>
          <ac:picMkLst>
            <pc:docMk/>
            <pc:sldMk cId="3471233226" sldId="423"/>
            <ac:picMk id="11" creationId="{6F7E17C1-448E-39C4-4468-03897D812E76}"/>
          </ac:picMkLst>
        </pc:picChg>
        <pc:picChg chg="add mod">
          <ac:chgData name="Lillian Lau" userId="13602411434_tp_box_2" providerId="OAuth2" clId="{D51C961A-52B9-4E6D-89FF-18BF1AB5C4C5}" dt="2025-03-26T04:06:42.625" v="4910" actId="164"/>
          <ac:picMkLst>
            <pc:docMk/>
            <pc:sldMk cId="3471233226" sldId="423"/>
            <ac:picMk id="12" creationId="{E26FB617-09B0-8E2F-667A-C498604B1B2F}"/>
          </ac:picMkLst>
        </pc:picChg>
        <pc:picChg chg="add mod">
          <ac:chgData name="Lillian Lau" userId="13602411434_tp_box_2" providerId="OAuth2" clId="{D51C961A-52B9-4E6D-89FF-18BF1AB5C4C5}" dt="2025-03-26T04:06:51.777" v="4916" actId="1076"/>
          <ac:picMkLst>
            <pc:docMk/>
            <pc:sldMk cId="3471233226" sldId="423"/>
            <ac:picMk id="14" creationId="{2CF03549-8618-5901-8FE4-E9FE6BF57C9B}"/>
          </ac:picMkLst>
        </pc:picChg>
        <pc:cxnChg chg="add mod">
          <ac:chgData name="Lillian Lau" userId="13602411434_tp_box_2" providerId="OAuth2" clId="{D51C961A-52B9-4E6D-89FF-18BF1AB5C4C5}" dt="2025-03-26T04:08:14.242" v="4936" actId="164"/>
          <ac:cxnSpMkLst>
            <pc:docMk/>
            <pc:sldMk cId="3471233226" sldId="423"/>
            <ac:cxnSpMk id="16" creationId="{97FB8D0C-4C77-2DB6-CB33-1E2EBFD56DDF}"/>
          </ac:cxnSpMkLst>
        </pc:cxnChg>
        <pc:cxnChg chg="add mod">
          <ac:chgData name="Lillian Lau" userId="13602411434_tp_box_2" providerId="OAuth2" clId="{D51C961A-52B9-4E6D-89FF-18BF1AB5C4C5}" dt="2025-03-26T04:08:14.242" v="4936" actId="164"/>
          <ac:cxnSpMkLst>
            <pc:docMk/>
            <pc:sldMk cId="3471233226" sldId="423"/>
            <ac:cxnSpMk id="17" creationId="{D6CA85EB-85A4-EE55-9295-2D0FF00D5869}"/>
          </ac:cxnSpMkLst>
        </pc:cxnChg>
        <pc:cxnChg chg="add mod">
          <ac:chgData name="Lillian Lau" userId="13602411434_tp_box_2" providerId="OAuth2" clId="{D51C961A-52B9-4E6D-89FF-18BF1AB5C4C5}" dt="2025-03-26T04:08:14.242" v="4936" actId="164"/>
          <ac:cxnSpMkLst>
            <pc:docMk/>
            <pc:sldMk cId="3471233226" sldId="423"/>
            <ac:cxnSpMk id="18" creationId="{F29E94EA-A44B-8D0F-B54F-7DCAB13596E2}"/>
          </ac:cxnSpMkLst>
        </pc:cxnChg>
        <pc:cxnChg chg="add mod">
          <ac:chgData name="Lillian Lau" userId="13602411434_tp_box_2" providerId="OAuth2" clId="{D51C961A-52B9-4E6D-89FF-18BF1AB5C4C5}" dt="2025-03-26T04:07:12.018" v="4926" actId="1076"/>
          <ac:cxnSpMkLst>
            <pc:docMk/>
            <pc:sldMk cId="3471233226" sldId="423"/>
            <ac:cxnSpMk id="20" creationId="{B903A1AB-04A6-336C-96B0-8C3FB7383F6A}"/>
          </ac:cxnSpMkLst>
        </pc:cxnChg>
        <pc:cxnChg chg="add mod">
          <ac:chgData name="Lillian Lau" userId="13602411434_tp_box_2" providerId="OAuth2" clId="{D51C961A-52B9-4E6D-89FF-18BF1AB5C4C5}" dt="2025-03-26T04:08:14.242" v="4936" actId="164"/>
          <ac:cxnSpMkLst>
            <pc:docMk/>
            <pc:sldMk cId="3471233226" sldId="423"/>
            <ac:cxnSpMk id="21" creationId="{AAF45CF7-4EFC-C26F-D336-248BCDA9F80A}"/>
          </ac:cxnSpMkLst>
        </pc:cxnChg>
        <pc:cxnChg chg="add mod">
          <ac:chgData name="Lillian Lau" userId="13602411434_tp_box_2" providerId="OAuth2" clId="{D51C961A-52B9-4E6D-89FF-18BF1AB5C4C5}" dt="2025-03-26T04:08:14.242" v="4936" actId="164"/>
          <ac:cxnSpMkLst>
            <pc:docMk/>
            <pc:sldMk cId="3471233226" sldId="423"/>
            <ac:cxnSpMk id="22" creationId="{78B29DB6-FCD0-B1C4-7292-DA185FDAFFD9}"/>
          </ac:cxnSpMkLst>
        </pc:cxnChg>
        <pc:cxnChg chg="add mod">
          <ac:chgData name="Lillian Lau" userId="13602411434_tp_box_2" providerId="OAuth2" clId="{D51C961A-52B9-4E6D-89FF-18BF1AB5C4C5}" dt="2025-03-26T04:08:14.242" v="4936" actId="164"/>
          <ac:cxnSpMkLst>
            <pc:docMk/>
            <pc:sldMk cId="3471233226" sldId="423"/>
            <ac:cxnSpMk id="23" creationId="{2BE17065-35FA-5F69-B8A4-798C9F03AB4F}"/>
          </ac:cxnSpMkLst>
        </pc:cxnChg>
        <pc:cxnChg chg="add mod">
          <ac:chgData name="Lillian Lau" userId="13602411434_tp_box_2" providerId="OAuth2" clId="{D51C961A-52B9-4E6D-89FF-18BF1AB5C4C5}" dt="2025-03-26T04:07:29.657" v="4935" actId="1076"/>
          <ac:cxnSpMkLst>
            <pc:docMk/>
            <pc:sldMk cId="3471233226" sldId="423"/>
            <ac:cxnSpMk id="24" creationId="{BEEA41E7-3E9D-72FC-4D50-7531C3BD99C3}"/>
          </ac:cxnSpMkLst>
        </pc:cxnChg>
        <pc:cxnChg chg="add mod">
          <ac:chgData name="Lillian Lau" userId="13602411434_tp_box_2" providerId="OAuth2" clId="{D51C961A-52B9-4E6D-89FF-18BF1AB5C4C5}" dt="2025-03-26T04:08:14.242" v="4936" actId="164"/>
          <ac:cxnSpMkLst>
            <pc:docMk/>
            <pc:sldMk cId="3471233226" sldId="423"/>
            <ac:cxnSpMk id="25" creationId="{6037A7C6-A9ED-6F33-E130-B66BC2BD38A8}"/>
          </ac:cxnSpMkLst>
        </pc:cxnChg>
        <pc:cxnChg chg="add mod">
          <ac:chgData name="Lillian Lau" userId="13602411434_tp_box_2" providerId="OAuth2" clId="{D51C961A-52B9-4E6D-89FF-18BF1AB5C4C5}" dt="2025-03-26T04:08:14.242" v="4936" actId="164"/>
          <ac:cxnSpMkLst>
            <pc:docMk/>
            <pc:sldMk cId="3471233226" sldId="423"/>
            <ac:cxnSpMk id="26" creationId="{DAF9CC8A-88E5-8823-8A50-5E2ABF9E97E8}"/>
          </ac:cxnSpMkLst>
        </pc:cxnChg>
        <pc:cxnChg chg="add mod">
          <ac:chgData name="Lillian Lau" userId="13602411434_tp_box_2" providerId="OAuth2" clId="{D51C961A-52B9-4E6D-89FF-18BF1AB5C4C5}" dt="2025-03-26T04:08:14.242" v="4936" actId="164"/>
          <ac:cxnSpMkLst>
            <pc:docMk/>
            <pc:sldMk cId="3471233226" sldId="423"/>
            <ac:cxnSpMk id="27" creationId="{30E97387-00E0-8647-CDE3-A6E9C5FCA352}"/>
          </ac:cxnSpMkLst>
        </pc:cxnChg>
        <pc:cxnChg chg="add mod">
          <ac:chgData name="Lillian Lau" userId="13602411434_tp_box_2" providerId="OAuth2" clId="{D51C961A-52B9-4E6D-89FF-18BF1AB5C4C5}" dt="2025-03-26T04:09:32.861" v="5014" actId="1076"/>
          <ac:cxnSpMkLst>
            <pc:docMk/>
            <pc:sldMk cId="3471233226" sldId="423"/>
            <ac:cxnSpMk id="30" creationId="{499260E0-0378-1081-C078-12CD8C087920}"/>
          </ac:cxnSpMkLst>
        </pc:cxnChg>
        <pc:cxnChg chg="add mod">
          <ac:chgData name="Lillian Lau" userId="13602411434_tp_box_2" providerId="OAuth2" clId="{D51C961A-52B9-4E6D-89FF-18BF1AB5C4C5}" dt="2025-03-26T04:09:46.549" v="5021" actId="1076"/>
          <ac:cxnSpMkLst>
            <pc:docMk/>
            <pc:sldMk cId="3471233226" sldId="423"/>
            <ac:cxnSpMk id="31" creationId="{DE476D55-371E-5F7D-C86D-2081739B6026}"/>
          </ac:cxnSpMkLst>
        </pc:cxnChg>
        <pc:cxnChg chg="add mod">
          <ac:chgData name="Lillian Lau" userId="13602411434_tp_box_2" providerId="OAuth2" clId="{D51C961A-52B9-4E6D-89FF-18BF1AB5C4C5}" dt="2025-03-26T04:09:38.731" v="5018" actId="1076"/>
          <ac:cxnSpMkLst>
            <pc:docMk/>
            <pc:sldMk cId="3471233226" sldId="423"/>
            <ac:cxnSpMk id="34" creationId="{C37B6654-01E5-CA34-41FA-4CBC9EDEBC36}"/>
          </ac:cxnSpMkLst>
        </pc:cxnChg>
        <pc:cxnChg chg="add mod">
          <ac:chgData name="Lillian Lau" userId="13602411434_tp_box_2" providerId="OAuth2" clId="{D51C961A-52B9-4E6D-89FF-18BF1AB5C4C5}" dt="2025-03-26T04:09:43.066" v="5020" actId="1076"/>
          <ac:cxnSpMkLst>
            <pc:docMk/>
            <pc:sldMk cId="3471233226" sldId="423"/>
            <ac:cxnSpMk id="36" creationId="{135949EF-B070-D99D-9BE8-507927B601E9}"/>
          </ac:cxnSpMkLst>
        </pc:cxnChg>
      </pc:sldChg>
      <pc:sldChg chg="delSp modSp add mod">
        <pc:chgData name="Lillian Lau" userId="13602411434_tp_box_2" providerId="OAuth2" clId="{D51C961A-52B9-4E6D-89FF-18BF1AB5C4C5}" dt="2025-03-26T04:14:11.244" v="5362" actId="478"/>
        <pc:sldMkLst>
          <pc:docMk/>
          <pc:sldMk cId="1708940463" sldId="424"/>
        </pc:sldMkLst>
        <pc:spChg chg="mod">
          <ac:chgData name="Lillian Lau" userId="13602411434_tp_box_2" providerId="OAuth2" clId="{D51C961A-52B9-4E6D-89FF-18BF1AB5C4C5}" dt="2025-03-26T04:14:08.154" v="5361" actId="20577"/>
          <ac:spMkLst>
            <pc:docMk/>
            <pc:sldMk cId="1708940463" sldId="424"/>
            <ac:spMk id="9" creationId="{D04E19AE-A507-6BBC-A0D6-D8A8A8301813}"/>
          </ac:spMkLst>
        </pc:spChg>
        <pc:grpChg chg="del">
          <ac:chgData name="Lillian Lau" userId="13602411434_tp_box_2" providerId="OAuth2" clId="{D51C961A-52B9-4E6D-89FF-18BF1AB5C4C5}" dt="2025-03-26T04:14:11.244" v="5362" actId="478"/>
          <ac:grpSpMkLst>
            <pc:docMk/>
            <pc:sldMk cId="1708940463" sldId="424"/>
            <ac:grpSpMk id="10" creationId="{886A3CE4-37E5-D4DC-274A-60F9DC2BD4CD}"/>
          </ac:grpSpMkLst>
        </pc:grpChg>
        <pc:grpChg chg="del">
          <ac:chgData name="Lillian Lau" userId="13602411434_tp_box_2" providerId="OAuth2" clId="{D51C961A-52B9-4E6D-89FF-18BF1AB5C4C5}" dt="2025-03-26T04:14:11.244" v="5362" actId="478"/>
          <ac:grpSpMkLst>
            <pc:docMk/>
            <pc:sldMk cId="1708940463" sldId="424"/>
            <ac:grpSpMk id="15" creationId="{96E09CC4-BA8C-C3D7-E9E1-078FE7D9BA42}"/>
          </ac:grpSpMkLst>
        </pc:grpChg>
        <pc:grpChg chg="del">
          <ac:chgData name="Lillian Lau" userId="13602411434_tp_box_2" providerId="OAuth2" clId="{D51C961A-52B9-4E6D-89FF-18BF1AB5C4C5}" dt="2025-03-26T04:14:11.244" v="5362" actId="478"/>
          <ac:grpSpMkLst>
            <pc:docMk/>
            <pc:sldMk cId="1708940463" sldId="424"/>
            <ac:grpSpMk id="25" creationId="{53FF36B5-941E-C276-DBF1-D873AFF4D7F6}"/>
          </ac:grpSpMkLst>
        </pc:grpChg>
      </pc:sldChg>
      <pc:sldChg chg="modSp add mod">
        <pc:chgData name="Lillian Lau" userId="13602411434_tp_box_2" providerId="OAuth2" clId="{D51C961A-52B9-4E6D-89FF-18BF1AB5C4C5}" dt="2025-03-26T04:14:23.568" v="5364" actId="6549"/>
        <pc:sldMkLst>
          <pc:docMk/>
          <pc:sldMk cId="4020384130" sldId="425"/>
        </pc:sldMkLst>
        <pc:spChg chg="mod">
          <ac:chgData name="Lillian Lau" userId="13602411434_tp_box_2" providerId="OAuth2" clId="{D51C961A-52B9-4E6D-89FF-18BF1AB5C4C5}" dt="2025-03-26T04:14:23.568" v="5364" actId="6549"/>
          <ac:spMkLst>
            <pc:docMk/>
            <pc:sldMk cId="4020384130" sldId="425"/>
            <ac:spMk id="4" creationId="{3129B5A0-18B3-C915-AFBB-48BB2A37578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0NoLn">
    <dgm:fillClrLst meth="cycle">
      <a:schemeClr val="accent2">
        <a:shade val="60000"/>
      </a:schemeClr>
    </dgm:fillClrLst>
    <dgm:linClrLst meth="repeat">
      <a:schemeClr val="lt1">
        <a:alpha val="0"/>
      </a:schemeClr>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1NoLn">
    <dgm:fillClrLst meth="cycle">
      <a:schemeClr val="accent2">
        <a:shade val="50000"/>
      </a:schemeClr>
      <a:schemeClr val="accent2">
        <a:tint val="45000"/>
      </a:schemeClr>
    </dgm:fillClrLst>
    <dgm:linClrLst meth="repeat">
      <a:schemeClr val="lt1">
        <a:alpha val="0"/>
      </a:schemeClr>
    </dgm:linClrLst>
    <dgm:effectClrLst/>
    <dgm:txLinClrLst/>
    <dgm:txFillClrLst/>
    <dgm:txEffectClrLst/>
  </dgm:styleLbl>
  <dgm:styleLbl name="ltNode1NoLn">
    <dgm:fillClrLst meth="cycle">
      <a:schemeClr val="accent2">
        <a:tint val="75000"/>
      </a:schemeClr>
      <a:schemeClr val="accent2">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2NoLn">
    <dgm:fillClrLst>
      <a:schemeClr val="accent2">
        <a:shade val="80000"/>
      </a:schemeClr>
    </dgm:fillClrLst>
    <dgm:linClrLst meth="repeat">
      <a:schemeClr val="lt1">
        <a:alpha val="0"/>
      </a:schemeClr>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3NoLn">
    <dgm:fillClrLst>
      <a:schemeClr val="accent2">
        <a:tint val="99000"/>
      </a:schemeClr>
    </dgm:fillClrLst>
    <dgm:linClrLst meth="repeat">
      <a:schemeClr val="lt1">
        <a:alpha val="0"/>
      </a:schemeClr>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node4NoLn">
    <dgm:fillClrLst>
      <a:schemeClr val="accent2">
        <a:tint val="70000"/>
      </a:schemeClr>
    </dgm:fillClrLst>
    <dgm:linClrLst meth="repeat">
      <a:schemeClr val="lt1">
        <a:alpha val="0"/>
      </a:schemeClr>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C843EC0-ED04-4CC0-94A1-0CE48BDB4279}" type="doc">
      <dgm:prSet loTypeId="urn:microsoft.com/office/officeart/2005/8/layout/arrow6" loCatId="relationship" qsTypeId="urn:microsoft.com/office/officeart/2005/8/quickstyle/simple1" qsCatId="simple" csTypeId="urn:microsoft.com/office/officeart/2005/8/colors/accent2_4" csCatId="accent2" phldr="1"/>
      <dgm:spPr/>
      <dgm:t>
        <a:bodyPr/>
        <a:lstStyle/>
        <a:p>
          <a:endParaRPr lang="en-US"/>
        </a:p>
      </dgm:t>
    </dgm:pt>
    <dgm:pt modelId="{5BDFF53F-2369-4687-9575-EFD6CBDDB77C}">
      <dgm:prSet phldrT="[Text]" phldr="0"/>
      <dgm:spPr/>
      <dgm:t>
        <a:bodyPr/>
        <a:lstStyle/>
        <a:p>
          <a:r>
            <a:rPr lang="en-US" dirty="0">
              <a:latin typeface="Aptos" panose="020B0004020202020204" pitchFamily="34" charset="0"/>
            </a:rPr>
            <a:t>Virtual machines (EC2)</a:t>
          </a:r>
        </a:p>
      </dgm:t>
    </dgm:pt>
    <dgm:pt modelId="{FACD90DF-EF56-49B4-A97A-7ADEA3D55B4C}" type="parTrans" cxnId="{3BEADEC8-FD87-4D71-9E9C-2DB1B71C8E97}">
      <dgm:prSet/>
      <dgm:spPr/>
      <dgm:t>
        <a:bodyPr/>
        <a:lstStyle/>
        <a:p>
          <a:endParaRPr lang="en-US">
            <a:latin typeface="Aptos" panose="020B0004020202020204" pitchFamily="34" charset="0"/>
          </a:endParaRPr>
        </a:p>
      </dgm:t>
    </dgm:pt>
    <dgm:pt modelId="{5FD8D67D-E74E-4DCD-B97E-8062D5778EE5}" type="sibTrans" cxnId="{3BEADEC8-FD87-4D71-9E9C-2DB1B71C8E97}">
      <dgm:prSet/>
      <dgm:spPr/>
      <dgm:t>
        <a:bodyPr/>
        <a:lstStyle/>
        <a:p>
          <a:endParaRPr lang="en-US">
            <a:latin typeface="Aptos" panose="020B0004020202020204" pitchFamily="34" charset="0"/>
          </a:endParaRPr>
        </a:p>
      </dgm:t>
    </dgm:pt>
    <dgm:pt modelId="{E873B4EC-DB1E-4B3D-9856-08F6435089F3}">
      <dgm:prSet phldrT="[Text]" phldr="0"/>
      <dgm:spPr/>
      <dgm:t>
        <a:bodyPr/>
        <a:lstStyle/>
        <a:p>
          <a:r>
            <a:rPr lang="en-US" dirty="0">
              <a:latin typeface="Aptos" panose="020B0004020202020204" pitchFamily="34" charset="0"/>
            </a:rPr>
            <a:t>Object storage (S3)</a:t>
          </a:r>
        </a:p>
      </dgm:t>
    </dgm:pt>
    <dgm:pt modelId="{D87B631B-F00D-43E5-95EA-1F4F09D5F46C}" type="parTrans" cxnId="{81607A41-5E3E-4793-BB90-DBF87BD946E5}">
      <dgm:prSet/>
      <dgm:spPr/>
      <dgm:t>
        <a:bodyPr/>
        <a:lstStyle/>
        <a:p>
          <a:endParaRPr lang="en-US">
            <a:latin typeface="Aptos" panose="020B0004020202020204" pitchFamily="34" charset="0"/>
          </a:endParaRPr>
        </a:p>
      </dgm:t>
    </dgm:pt>
    <dgm:pt modelId="{E056FBA8-9281-4065-9131-ECB6B38E3927}" type="sibTrans" cxnId="{81607A41-5E3E-4793-BB90-DBF87BD946E5}">
      <dgm:prSet/>
      <dgm:spPr/>
      <dgm:t>
        <a:bodyPr/>
        <a:lstStyle/>
        <a:p>
          <a:endParaRPr lang="en-US">
            <a:latin typeface="Aptos" panose="020B0004020202020204" pitchFamily="34" charset="0"/>
          </a:endParaRPr>
        </a:p>
      </dgm:t>
    </dgm:pt>
    <dgm:pt modelId="{2162199E-346B-4A5D-AEA6-62F60BACF44D}" type="pres">
      <dgm:prSet presAssocID="{DC843EC0-ED04-4CC0-94A1-0CE48BDB4279}" presName="compositeShape" presStyleCnt="0">
        <dgm:presLayoutVars>
          <dgm:chMax val="2"/>
          <dgm:dir/>
          <dgm:resizeHandles val="exact"/>
        </dgm:presLayoutVars>
      </dgm:prSet>
      <dgm:spPr/>
    </dgm:pt>
    <dgm:pt modelId="{6B58BAE2-43D4-4AE4-A392-E69B94A1D371}" type="pres">
      <dgm:prSet presAssocID="{DC843EC0-ED04-4CC0-94A1-0CE48BDB4279}" presName="ribbon" presStyleLbl="node1" presStyleIdx="0" presStyleCnt="1" custLinFactNeighborY="1051"/>
      <dgm:spPr/>
    </dgm:pt>
    <dgm:pt modelId="{3A9594E9-4233-4D06-80C9-1CD9F2C7F6FC}" type="pres">
      <dgm:prSet presAssocID="{DC843EC0-ED04-4CC0-94A1-0CE48BDB4279}" presName="leftArrowText" presStyleLbl="node1" presStyleIdx="0" presStyleCnt="1">
        <dgm:presLayoutVars>
          <dgm:chMax val="0"/>
          <dgm:bulletEnabled val="1"/>
        </dgm:presLayoutVars>
      </dgm:prSet>
      <dgm:spPr/>
    </dgm:pt>
    <dgm:pt modelId="{A4D60ECB-F591-4458-833C-F710D2D02A60}" type="pres">
      <dgm:prSet presAssocID="{DC843EC0-ED04-4CC0-94A1-0CE48BDB4279}" presName="rightArrowText" presStyleLbl="node1" presStyleIdx="0" presStyleCnt="1" custLinFactNeighborY="6172">
        <dgm:presLayoutVars>
          <dgm:chMax val="0"/>
          <dgm:bulletEnabled val="1"/>
        </dgm:presLayoutVars>
      </dgm:prSet>
      <dgm:spPr/>
    </dgm:pt>
  </dgm:ptLst>
  <dgm:cxnLst>
    <dgm:cxn modelId="{81607A41-5E3E-4793-BB90-DBF87BD946E5}" srcId="{DC843EC0-ED04-4CC0-94A1-0CE48BDB4279}" destId="{E873B4EC-DB1E-4B3D-9856-08F6435089F3}" srcOrd="1" destOrd="0" parTransId="{D87B631B-F00D-43E5-95EA-1F4F09D5F46C}" sibTransId="{E056FBA8-9281-4065-9131-ECB6B38E3927}"/>
    <dgm:cxn modelId="{B5EBFB6D-9D4B-4921-81D5-3F5174F97264}" type="presOf" srcId="{E873B4EC-DB1E-4B3D-9856-08F6435089F3}" destId="{A4D60ECB-F591-4458-833C-F710D2D02A60}" srcOrd="0" destOrd="0" presId="urn:microsoft.com/office/officeart/2005/8/layout/arrow6"/>
    <dgm:cxn modelId="{3BEADEC8-FD87-4D71-9E9C-2DB1B71C8E97}" srcId="{DC843EC0-ED04-4CC0-94A1-0CE48BDB4279}" destId="{5BDFF53F-2369-4687-9575-EFD6CBDDB77C}" srcOrd="0" destOrd="0" parTransId="{FACD90DF-EF56-49B4-A97A-7ADEA3D55B4C}" sibTransId="{5FD8D67D-E74E-4DCD-B97E-8062D5778EE5}"/>
    <dgm:cxn modelId="{431833D8-0478-457C-A665-E03F248DEF89}" type="presOf" srcId="{DC843EC0-ED04-4CC0-94A1-0CE48BDB4279}" destId="{2162199E-346B-4A5D-AEA6-62F60BACF44D}" srcOrd="0" destOrd="0" presId="urn:microsoft.com/office/officeart/2005/8/layout/arrow6"/>
    <dgm:cxn modelId="{3261F8D9-2457-46FF-9CB8-E626A3055751}" type="presOf" srcId="{5BDFF53F-2369-4687-9575-EFD6CBDDB77C}" destId="{3A9594E9-4233-4D06-80C9-1CD9F2C7F6FC}" srcOrd="0" destOrd="0" presId="urn:microsoft.com/office/officeart/2005/8/layout/arrow6"/>
    <dgm:cxn modelId="{8C8D1C42-F179-473F-A736-4149F53F9ADF}" type="presParOf" srcId="{2162199E-346B-4A5D-AEA6-62F60BACF44D}" destId="{6B58BAE2-43D4-4AE4-A392-E69B94A1D371}" srcOrd="0" destOrd="0" presId="urn:microsoft.com/office/officeart/2005/8/layout/arrow6"/>
    <dgm:cxn modelId="{AC3B0209-5015-4501-8DC9-FD659FB84E06}" type="presParOf" srcId="{2162199E-346B-4A5D-AEA6-62F60BACF44D}" destId="{3A9594E9-4233-4D06-80C9-1CD9F2C7F6FC}" srcOrd="1" destOrd="0" presId="urn:microsoft.com/office/officeart/2005/8/layout/arrow6"/>
    <dgm:cxn modelId="{6851735F-3BC4-4AA2-BBF1-2269588FED80}" type="presParOf" srcId="{2162199E-346B-4A5D-AEA6-62F60BACF44D}" destId="{A4D60ECB-F591-4458-833C-F710D2D02A60}" srcOrd="2" destOrd="0" presId="urn:microsoft.com/office/officeart/2005/8/layout/arrow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58BAE2-43D4-4AE4-A392-E69B94A1D371}">
      <dsp:nvSpPr>
        <dsp:cNvPr id="0" name=""/>
        <dsp:cNvSpPr/>
      </dsp:nvSpPr>
      <dsp:spPr>
        <a:xfrm>
          <a:off x="0" y="1117903"/>
          <a:ext cx="8128000" cy="3251199"/>
        </a:xfrm>
        <a:prstGeom prst="leftRightRibb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9594E9-4233-4D06-80C9-1CD9F2C7F6FC}">
      <dsp:nvSpPr>
        <dsp:cNvPr id="0" name=""/>
        <dsp:cNvSpPr/>
      </dsp:nvSpPr>
      <dsp:spPr>
        <a:xfrm>
          <a:off x="975360" y="1652693"/>
          <a:ext cx="2682239" cy="159308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3792" rIns="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Aptos" panose="020B0004020202020204" pitchFamily="34" charset="0"/>
            </a:rPr>
            <a:t>Virtual machines (EC2)</a:t>
          </a:r>
        </a:p>
      </dsp:txBody>
      <dsp:txXfrm>
        <a:off x="975360" y="1652693"/>
        <a:ext cx="2682239" cy="1593088"/>
      </dsp:txXfrm>
    </dsp:sp>
    <dsp:sp modelId="{A4D60ECB-F591-4458-833C-F710D2D02A60}">
      <dsp:nvSpPr>
        <dsp:cNvPr id="0" name=""/>
        <dsp:cNvSpPr/>
      </dsp:nvSpPr>
      <dsp:spPr>
        <a:xfrm>
          <a:off x="4064000" y="2271210"/>
          <a:ext cx="3169920" cy="159308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3792" rIns="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Aptos" panose="020B0004020202020204" pitchFamily="34" charset="0"/>
            </a:rPr>
            <a:t>Object storage (S3)</a:t>
          </a:r>
        </a:p>
      </dsp:txBody>
      <dsp:txXfrm>
        <a:off x="4064000" y="2271210"/>
        <a:ext cx="3169920" cy="1593088"/>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137FF-C555-4968-A7EF-1B12E6E20F80}"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ED966B-B83F-4D2C-8636-F75FE052909A}" type="slidenum">
              <a:rPr lang="en-US" smtClean="0"/>
              <a:t>‹#›</a:t>
            </a:fld>
            <a:endParaRPr lang="en-US"/>
          </a:p>
        </p:txBody>
      </p:sp>
    </p:spTree>
    <p:extLst>
      <p:ext uri="{BB962C8B-B14F-4D97-AF65-F5344CB8AC3E}">
        <p14:creationId xmlns:p14="http://schemas.microsoft.com/office/powerpoint/2010/main" val="71106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2DED966B-B83F-4D2C-8636-F75FE052909A}" type="slidenum">
              <a:rPr lang="en-US" smtClean="0"/>
              <a:t>1</a:t>
            </a:fld>
            <a:endParaRPr lang="en-US"/>
          </a:p>
        </p:txBody>
      </p:sp>
    </p:spTree>
    <p:extLst>
      <p:ext uri="{BB962C8B-B14F-4D97-AF65-F5344CB8AC3E}">
        <p14:creationId xmlns:p14="http://schemas.microsoft.com/office/powerpoint/2010/main" val="3535629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Serial Borg does not have runtime metric capability (unless its </a:t>
            </a:r>
            <a:r>
              <a:rPr lang="en-US" b="0" dirty="0" err="1"/>
              <a:t>PyBorg</a:t>
            </a:r>
            <a:r>
              <a:rPr lang="en-US" b="0" dirty="0"/>
              <a:t>)</a:t>
            </a:r>
          </a:p>
        </p:txBody>
      </p:sp>
      <p:sp>
        <p:nvSpPr>
          <p:cNvPr id="4" name="Slide Number Placeholder 3"/>
          <p:cNvSpPr>
            <a:spLocks noGrp="1"/>
          </p:cNvSpPr>
          <p:nvPr>
            <p:ph type="sldNum" sz="quarter" idx="5"/>
          </p:nvPr>
        </p:nvSpPr>
        <p:spPr/>
        <p:txBody>
          <a:bodyPr/>
          <a:lstStyle/>
          <a:p>
            <a:fld id="{2DED966B-B83F-4D2C-8636-F75FE052909A}" type="slidenum">
              <a:rPr lang="en-US" smtClean="0"/>
              <a:t>2</a:t>
            </a:fld>
            <a:endParaRPr lang="en-US"/>
          </a:p>
        </p:txBody>
      </p:sp>
    </p:spTree>
    <p:extLst>
      <p:ext uri="{BB962C8B-B14F-4D97-AF65-F5344CB8AC3E}">
        <p14:creationId xmlns:p14="http://schemas.microsoft.com/office/powerpoint/2010/main" val="3496633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A4C9B-9F93-1017-0C7F-4489648FF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1710A-24B5-1B92-29CB-9FE97BBF7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55949-2B3A-1D0B-73F7-20CD484AFBF5}"/>
              </a:ext>
            </a:extLst>
          </p:cNvPr>
          <p:cNvSpPr>
            <a:spLocks noGrp="1"/>
          </p:cNvSpPr>
          <p:nvPr>
            <p:ph type="body" idx="1"/>
          </p:nvPr>
        </p:nvSpPr>
        <p:spPr/>
        <p:txBody>
          <a:bodyPr/>
          <a:lstStyle/>
          <a:p>
            <a:r>
              <a:rPr lang="en-US" b="0" dirty="0"/>
              <a:t>Serial Borg does not have runtime metric capability (unless its </a:t>
            </a:r>
            <a:r>
              <a:rPr lang="en-US" b="0" dirty="0" err="1"/>
              <a:t>PyBorg</a:t>
            </a:r>
            <a:r>
              <a:rPr lang="en-US" b="0" dirty="0"/>
              <a:t>)</a:t>
            </a:r>
          </a:p>
        </p:txBody>
      </p:sp>
      <p:sp>
        <p:nvSpPr>
          <p:cNvPr id="4" name="Slide Number Placeholder 3">
            <a:extLst>
              <a:ext uri="{FF2B5EF4-FFF2-40B4-BE49-F238E27FC236}">
                <a16:creationId xmlns:a16="http://schemas.microsoft.com/office/drawing/2014/main" id="{067CA668-A774-7B09-D3B1-B7B4A8FF8744}"/>
              </a:ext>
            </a:extLst>
          </p:cNvPr>
          <p:cNvSpPr>
            <a:spLocks noGrp="1"/>
          </p:cNvSpPr>
          <p:nvPr>
            <p:ph type="sldNum" sz="quarter" idx="5"/>
          </p:nvPr>
        </p:nvSpPr>
        <p:spPr/>
        <p:txBody>
          <a:bodyPr/>
          <a:lstStyle/>
          <a:p>
            <a:fld id="{2DED966B-B83F-4D2C-8636-F75FE052909A}" type="slidenum">
              <a:rPr lang="en-US" smtClean="0"/>
              <a:t>3</a:t>
            </a:fld>
            <a:endParaRPr lang="en-US"/>
          </a:p>
        </p:txBody>
      </p:sp>
    </p:spTree>
    <p:extLst>
      <p:ext uri="{BB962C8B-B14F-4D97-AF65-F5344CB8AC3E}">
        <p14:creationId xmlns:p14="http://schemas.microsoft.com/office/powerpoint/2010/main" val="1631883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DE184-1474-2784-BFD5-FD736BCE6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0E173-BB85-043E-F264-AB11D70C7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718C2-4116-C908-EED6-2BD43DD735CF}"/>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9683224E-B977-5E14-3BA3-B6E3DB561DF5}"/>
              </a:ext>
            </a:extLst>
          </p:cNvPr>
          <p:cNvSpPr>
            <a:spLocks noGrp="1"/>
          </p:cNvSpPr>
          <p:nvPr>
            <p:ph type="sldNum" sz="quarter" idx="5"/>
          </p:nvPr>
        </p:nvSpPr>
        <p:spPr/>
        <p:txBody>
          <a:bodyPr/>
          <a:lstStyle/>
          <a:p>
            <a:fld id="{2DED966B-B83F-4D2C-8636-F75FE052909A}" type="slidenum">
              <a:rPr lang="en-US" smtClean="0"/>
              <a:t>4</a:t>
            </a:fld>
            <a:endParaRPr lang="en-US"/>
          </a:p>
        </p:txBody>
      </p:sp>
    </p:spTree>
    <p:extLst>
      <p:ext uri="{BB962C8B-B14F-4D97-AF65-F5344CB8AC3E}">
        <p14:creationId xmlns:p14="http://schemas.microsoft.com/office/powerpoint/2010/main" val="3355668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2EDB0-CC33-AF76-6E70-CB46215C5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CCC72-D10A-F22D-E63A-35968F303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B5B990-3B83-479B-9320-D27202C3ABAE}"/>
              </a:ext>
            </a:extLst>
          </p:cNvPr>
          <p:cNvSpPr>
            <a:spLocks noGrp="1"/>
          </p:cNvSpPr>
          <p:nvPr>
            <p:ph type="body" idx="1"/>
          </p:nvPr>
        </p:nvSpPr>
        <p:spPr/>
        <p:txBody>
          <a:bodyPr/>
          <a:lstStyle/>
          <a:p>
            <a:pPr marL="171450" indent="-171450">
              <a:buFontTx/>
              <a:buChar char="-"/>
            </a:pPr>
            <a:r>
              <a:rPr lang="en-US" dirty="0"/>
              <a:t>EC2: Elastic Compute Cloud </a:t>
            </a:r>
          </a:p>
          <a:p>
            <a:pPr marL="171450" indent="-171450">
              <a:buFontTx/>
              <a:buChar char="-"/>
            </a:pPr>
            <a:r>
              <a:rPr lang="en-US" dirty="0"/>
              <a:t>An on-demand computing service</a:t>
            </a:r>
          </a:p>
          <a:p>
            <a:pPr marL="171450" indent="-171450">
              <a:buFontTx/>
              <a:buChar char="-"/>
            </a:pPr>
            <a:r>
              <a:rPr lang="en-US" dirty="0"/>
              <a:t>Calls “instances”, kind of like renting virtual servers to run applications in the cloud </a:t>
            </a:r>
          </a:p>
          <a:p>
            <a:pPr marL="171450" indent="-171450">
              <a:buFontTx/>
              <a:buChar char="-"/>
            </a:pPr>
            <a:endParaRPr lang="en-US" dirty="0"/>
          </a:p>
          <a:p>
            <a:endParaRPr lang="en-US" b="1" dirty="0"/>
          </a:p>
        </p:txBody>
      </p:sp>
      <p:sp>
        <p:nvSpPr>
          <p:cNvPr id="4" name="Slide Number Placeholder 3">
            <a:extLst>
              <a:ext uri="{FF2B5EF4-FFF2-40B4-BE49-F238E27FC236}">
                <a16:creationId xmlns:a16="http://schemas.microsoft.com/office/drawing/2014/main" id="{E8C3BD2F-080D-7CF5-1181-82A9C630E8BA}"/>
              </a:ext>
            </a:extLst>
          </p:cNvPr>
          <p:cNvSpPr>
            <a:spLocks noGrp="1"/>
          </p:cNvSpPr>
          <p:nvPr>
            <p:ph type="sldNum" sz="quarter" idx="5"/>
          </p:nvPr>
        </p:nvSpPr>
        <p:spPr/>
        <p:txBody>
          <a:bodyPr/>
          <a:lstStyle/>
          <a:p>
            <a:fld id="{2DED966B-B83F-4D2C-8636-F75FE052909A}" type="slidenum">
              <a:rPr lang="en-US" smtClean="0"/>
              <a:t>5</a:t>
            </a:fld>
            <a:endParaRPr lang="en-US"/>
          </a:p>
        </p:txBody>
      </p:sp>
    </p:spTree>
    <p:extLst>
      <p:ext uri="{BB962C8B-B14F-4D97-AF65-F5344CB8AC3E}">
        <p14:creationId xmlns:p14="http://schemas.microsoft.com/office/powerpoint/2010/main" val="3632321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744D1-4DA1-312F-8709-51F1D3928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29EBE-01EE-BBDB-1D69-899B8577B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F454BC-C840-6104-92FD-5B0E9BDE9AE3}"/>
              </a:ext>
            </a:extLst>
          </p:cNvPr>
          <p:cNvSpPr>
            <a:spLocks noGrp="1"/>
          </p:cNvSpPr>
          <p:nvPr>
            <p:ph type="body" idx="1"/>
          </p:nvPr>
        </p:nvSpPr>
        <p:spPr/>
        <p:txBody>
          <a:bodyPr/>
          <a:lstStyle/>
          <a:p>
            <a:pPr marL="171450" indent="-171450">
              <a:buFontTx/>
              <a:buChar char="-"/>
            </a:pPr>
            <a:r>
              <a:rPr lang="en-US" dirty="0"/>
              <a:t>EC2: Elastic Compute Cloud </a:t>
            </a:r>
          </a:p>
          <a:p>
            <a:pPr marL="171450" indent="-171450">
              <a:buFontTx/>
              <a:buChar char="-"/>
            </a:pPr>
            <a:r>
              <a:rPr lang="en-US" dirty="0"/>
              <a:t>An on-demand computing service</a:t>
            </a:r>
          </a:p>
          <a:p>
            <a:pPr marL="171450" indent="-171450">
              <a:buFontTx/>
              <a:buChar char="-"/>
            </a:pPr>
            <a:r>
              <a:rPr lang="en-US" dirty="0"/>
              <a:t>Calls “instances”, kind of like renting virtual servers to run applications in the cloud </a:t>
            </a:r>
          </a:p>
          <a:p>
            <a:pPr marL="171450" indent="-171450">
              <a:buFontTx/>
              <a:buChar char="-"/>
            </a:pPr>
            <a:endParaRPr lang="en-US" dirty="0"/>
          </a:p>
          <a:p>
            <a:endParaRPr lang="en-US" b="1" dirty="0"/>
          </a:p>
        </p:txBody>
      </p:sp>
      <p:sp>
        <p:nvSpPr>
          <p:cNvPr id="4" name="Slide Number Placeholder 3">
            <a:extLst>
              <a:ext uri="{FF2B5EF4-FFF2-40B4-BE49-F238E27FC236}">
                <a16:creationId xmlns:a16="http://schemas.microsoft.com/office/drawing/2014/main" id="{EBB9BA04-9587-88E0-750E-D81DD404EC45}"/>
              </a:ext>
            </a:extLst>
          </p:cNvPr>
          <p:cNvSpPr>
            <a:spLocks noGrp="1"/>
          </p:cNvSpPr>
          <p:nvPr>
            <p:ph type="sldNum" sz="quarter" idx="5"/>
          </p:nvPr>
        </p:nvSpPr>
        <p:spPr/>
        <p:txBody>
          <a:bodyPr/>
          <a:lstStyle/>
          <a:p>
            <a:fld id="{2DED966B-B83F-4D2C-8636-F75FE052909A}" type="slidenum">
              <a:rPr lang="en-US" smtClean="0"/>
              <a:t>6</a:t>
            </a:fld>
            <a:endParaRPr lang="en-US"/>
          </a:p>
        </p:txBody>
      </p:sp>
    </p:spTree>
    <p:extLst>
      <p:ext uri="{BB962C8B-B14F-4D97-AF65-F5344CB8AC3E}">
        <p14:creationId xmlns:p14="http://schemas.microsoft.com/office/powerpoint/2010/main" val="1338590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D9FF-3DF7-5312-D2A0-49E54E5F7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675EF-78D9-17B3-BF55-94E2E411E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9EF92-3B47-C2BE-D152-A3377A87BFF9}"/>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42D20218-5B7E-BF00-0FE8-2561E53F4A2B}"/>
              </a:ext>
            </a:extLst>
          </p:cNvPr>
          <p:cNvSpPr>
            <a:spLocks noGrp="1"/>
          </p:cNvSpPr>
          <p:nvPr>
            <p:ph type="sldNum" sz="quarter" idx="5"/>
          </p:nvPr>
        </p:nvSpPr>
        <p:spPr/>
        <p:txBody>
          <a:bodyPr/>
          <a:lstStyle/>
          <a:p>
            <a:fld id="{2DED966B-B83F-4D2C-8636-F75FE052909A}" type="slidenum">
              <a:rPr lang="en-US" smtClean="0"/>
              <a:t>7</a:t>
            </a:fld>
            <a:endParaRPr lang="en-US"/>
          </a:p>
        </p:txBody>
      </p:sp>
    </p:spTree>
    <p:extLst>
      <p:ext uri="{BB962C8B-B14F-4D97-AF65-F5344CB8AC3E}">
        <p14:creationId xmlns:p14="http://schemas.microsoft.com/office/powerpoint/2010/main" val="2890042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C86A-BC91-5060-EC9D-F0CA18D93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571002-9501-B91A-9DF6-A985DBFB4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9B486-A1BE-B524-4A4A-C48CA93AE0AC}"/>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6043E969-ECEE-92A0-4F70-C607CB4396BF}"/>
              </a:ext>
            </a:extLst>
          </p:cNvPr>
          <p:cNvSpPr>
            <a:spLocks noGrp="1"/>
          </p:cNvSpPr>
          <p:nvPr>
            <p:ph type="sldNum" sz="quarter" idx="5"/>
          </p:nvPr>
        </p:nvSpPr>
        <p:spPr/>
        <p:txBody>
          <a:bodyPr/>
          <a:lstStyle/>
          <a:p>
            <a:fld id="{2DED966B-B83F-4D2C-8636-F75FE052909A}" type="slidenum">
              <a:rPr lang="en-US" smtClean="0"/>
              <a:t>8</a:t>
            </a:fld>
            <a:endParaRPr lang="en-US"/>
          </a:p>
        </p:txBody>
      </p:sp>
    </p:spTree>
    <p:extLst>
      <p:ext uri="{BB962C8B-B14F-4D97-AF65-F5344CB8AC3E}">
        <p14:creationId xmlns:p14="http://schemas.microsoft.com/office/powerpoint/2010/main" val="1571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73146-4019-91B8-B42C-A752F7C3B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3E8BB-6CC7-5345-C3AB-6C245DA71F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BE3EAC-BD40-5B80-8270-277C7CB2F65F}"/>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D7D222FA-BE9E-6D6D-30DE-CEC5C71A1EB4}"/>
              </a:ext>
            </a:extLst>
          </p:cNvPr>
          <p:cNvSpPr>
            <a:spLocks noGrp="1"/>
          </p:cNvSpPr>
          <p:nvPr>
            <p:ph type="sldNum" sz="quarter" idx="5"/>
          </p:nvPr>
        </p:nvSpPr>
        <p:spPr/>
        <p:txBody>
          <a:bodyPr/>
          <a:lstStyle/>
          <a:p>
            <a:fld id="{2DED966B-B83F-4D2C-8636-F75FE052909A}" type="slidenum">
              <a:rPr lang="en-US" smtClean="0"/>
              <a:t>9</a:t>
            </a:fld>
            <a:endParaRPr lang="en-US"/>
          </a:p>
        </p:txBody>
      </p:sp>
    </p:spTree>
    <p:extLst>
      <p:ext uri="{BB962C8B-B14F-4D97-AF65-F5344CB8AC3E}">
        <p14:creationId xmlns:p14="http://schemas.microsoft.com/office/powerpoint/2010/main" val="1896745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BF8F1-842E-F5DA-5E23-63C2E375E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21886-6176-D488-F7E8-B12A565FE1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5BE5F-3536-DC0D-2F2E-A1B174B51658}"/>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4B40C088-8E9B-A8AA-E6E8-CE38FA98630F}"/>
              </a:ext>
            </a:extLst>
          </p:cNvPr>
          <p:cNvSpPr>
            <a:spLocks noGrp="1"/>
          </p:cNvSpPr>
          <p:nvPr>
            <p:ph type="sldNum" sz="quarter" idx="5"/>
          </p:nvPr>
        </p:nvSpPr>
        <p:spPr/>
        <p:txBody>
          <a:bodyPr/>
          <a:lstStyle/>
          <a:p>
            <a:fld id="{2DED966B-B83F-4D2C-8636-F75FE052909A}" type="slidenum">
              <a:rPr lang="en-US" smtClean="0"/>
              <a:t>10</a:t>
            </a:fld>
            <a:endParaRPr lang="en-US"/>
          </a:p>
        </p:txBody>
      </p:sp>
    </p:spTree>
    <p:extLst>
      <p:ext uri="{BB962C8B-B14F-4D97-AF65-F5344CB8AC3E}">
        <p14:creationId xmlns:p14="http://schemas.microsoft.com/office/powerpoint/2010/main" val="2516575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3A16-5090-0866-AAD9-54DFB1084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D2D3D-4373-84FE-8A5F-65FDE3483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A1FD3-1BCD-272F-1EC6-4D09E04BE5BE}"/>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E2B5AEF8-10FE-948A-1E46-89880EA844E9}"/>
              </a:ext>
            </a:extLst>
          </p:cNvPr>
          <p:cNvSpPr>
            <a:spLocks noGrp="1"/>
          </p:cNvSpPr>
          <p:nvPr>
            <p:ph type="sldNum" sz="quarter" idx="5"/>
          </p:nvPr>
        </p:nvSpPr>
        <p:spPr/>
        <p:txBody>
          <a:bodyPr/>
          <a:lstStyle/>
          <a:p>
            <a:fld id="{2DED966B-B83F-4D2C-8636-F75FE052909A}" type="slidenum">
              <a:rPr lang="en-US" smtClean="0"/>
              <a:t>11</a:t>
            </a:fld>
            <a:endParaRPr lang="en-US"/>
          </a:p>
        </p:txBody>
      </p:sp>
    </p:spTree>
    <p:extLst>
      <p:ext uri="{BB962C8B-B14F-4D97-AF65-F5344CB8AC3E}">
        <p14:creationId xmlns:p14="http://schemas.microsoft.com/office/powerpoint/2010/main" val="3964676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F4FB3-748F-1E9B-44FD-4DA8ECEA0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FD846-C471-97B0-493F-519FF5A0A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9CCCC5-D034-CD5E-181A-6FA23D00BA11}"/>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1B1E5560-789F-7479-6C56-D2C0535A55DD}"/>
              </a:ext>
            </a:extLst>
          </p:cNvPr>
          <p:cNvSpPr>
            <a:spLocks noGrp="1"/>
          </p:cNvSpPr>
          <p:nvPr>
            <p:ph type="sldNum" sz="quarter" idx="5"/>
          </p:nvPr>
        </p:nvSpPr>
        <p:spPr/>
        <p:txBody>
          <a:bodyPr/>
          <a:lstStyle/>
          <a:p>
            <a:fld id="{2DED966B-B83F-4D2C-8636-F75FE052909A}" type="slidenum">
              <a:rPr lang="en-US" smtClean="0"/>
              <a:t>12</a:t>
            </a:fld>
            <a:endParaRPr lang="en-US"/>
          </a:p>
        </p:txBody>
      </p:sp>
    </p:spTree>
    <p:extLst>
      <p:ext uri="{BB962C8B-B14F-4D97-AF65-F5344CB8AC3E}">
        <p14:creationId xmlns:p14="http://schemas.microsoft.com/office/powerpoint/2010/main" val="2135765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14D3E-7D8D-7736-223E-B0E296170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143AF-9E11-C99D-0148-3C07BAC1A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50E19-C946-9EA7-0F55-C2FC866A9EBC}"/>
              </a:ext>
            </a:extLst>
          </p:cNvPr>
          <p:cNvSpPr>
            <a:spLocks noGrp="1"/>
          </p:cNvSpPr>
          <p:nvPr>
            <p:ph type="body" idx="1"/>
          </p:nvPr>
        </p:nvSpPr>
        <p:spPr/>
        <p:txBody>
          <a:bodyPr/>
          <a:lstStyle/>
          <a:p>
            <a:r>
              <a:rPr lang="en-US" b="0" dirty="0"/>
              <a:t>VPC is kind of like your own “private space” within the AWS cloud system </a:t>
            </a:r>
          </a:p>
          <a:p>
            <a:endParaRPr lang="en-US" b="0" dirty="0"/>
          </a:p>
        </p:txBody>
      </p:sp>
      <p:sp>
        <p:nvSpPr>
          <p:cNvPr id="4" name="Slide Number Placeholder 3">
            <a:extLst>
              <a:ext uri="{FF2B5EF4-FFF2-40B4-BE49-F238E27FC236}">
                <a16:creationId xmlns:a16="http://schemas.microsoft.com/office/drawing/2014/main" id="{1B181B3B-9220-6990-155C-ED0C491E183A}"/>
              </a:ext>
            </a:extLst>
          </p:cNvPr>
          <p:cNvSpPr>
            <a:spLocks noGrp="1"/>
          </p:cNvSpPr>
          <p:nvPr>
            <p:ph type="sldNum" sz="quarter" idx="5"/>
          </p:nvPr>
        </p:nvSpPr>
        <p:spPr/>
        <p:txBody>
          <a:bodyPr/>
          <a:lstStyle/>
          <a:p>
            <a:fld id="{2DED966B-B83F-4D2C-8636-F75FE052909A}" type="slidenum">
              <a:rPr lang="en-US" smtClean="0"/>
              <a:t>13</a:t>
            </a:fld>
            <a:endParaRPr lang="en-US"/>
          </a:p>
        </p:txBody>
      </p:sp>
    </p:spTree>
    <p:extLst>
      <p:ext uri="{BB962C8B-B14F-4D97-AF65-F5344CB8AC3E}">
        <p14:creationId xmlns:p14="http://schemas.microsoft.com/office/powerpoint/2010/main" val="974652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43472-B00E-8C28-D810-F819BDA4D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15EFF-89D0-7132-A2DA-3B640CCA0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AB8169-D818-3899-4986-5F6F5C4220F1}"/>
              </a:ext>
            </a:extLst>
          </p:cNvPr>
          <p:cNvSpPr>
            <a:spLocks noGrp="1"/>
          </p:cNvSpPr>
          <p:nvPr>
            <p:ph type="body" idx="1"/>
          </p:nvPr>
        </p:nvSpPr>
        <p:spPr/>
        <p:txBody>
          <a:bodyPr/>
          <a:lstStyle/>
          <a:p>
            <a:r>
              <a:rPr lang="en-US" b="0" dirty="0"/>
              <a:t>Your instance will be accessible from outside the Amazon network</a:t>
            </a:r>
          </a:p>
          <a:p>
            <a:r>
              <a:rPr lang="en-US" b="0" dirty="0"/>
              <a:t>Not secure, delete this instance after this demo</a:t>
            </a:r>
          </a:p>
          <a:p>
            <a:endParaRPr lang="en-US" b="0" dirty="0"/>
          </a:p>
        </p:txBody>
      </p:sp>
      <p:sp>
        <p:nvSpPr>
          <p:cNvPr id="4" name="Slide Number Placeholder 3">
            <a:extLst>
              <a:ext uri="{FF2B5EF4-FFF2-40B4-BE49-F238E27FC236}">
                <a16:creationId xmlns:a16="http://schemas.microsoft.com/office/drawing/2014/main" id="{78C4B114-3C5F-23EC-B7D2-9656306F8B2F}"/>
              </a:ext>
            </a:extLst>
          </p:cNvPr>
          <p:cNvSpPr>
            <a:spLocks noGrp="1"/>
          </p:cNvSpPr>
          <p:nvPr>
            <p:ph type="sldNum" sz="quarter" idx="5"/>
          </p:nvPr>
        </p:nvSpPr>
        <p:spPr/>
        <p:txBody>
          <a:bodyPr/>
          <a:lstStyle/>
          <a:p>
            <a:fld id="{2DED966B-B83F-4D2C-8636-F75FE052909A}" type="slidenum">
              <a:rPr lang="en-US" smtClean="0"/>
              <a:t>14</a:t>
            </a:fld>
            <a:endParaRPr lang="en-US"/>
          </a:p>
        </p:txBody>
      </p:sp>
    </p:spTree>
    <p:extLst>
      <p:ext uri="{BB962C8B-B14F-4D97-AF65-F5344CB8AC3E}">
        <p14:creationId xmlns:p14="http://schemas.microsoft.com/office/powerpoint/2010/main" val="1768036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438A5-9E9B-48BD-3208-CA0AE2EA7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FE2A3-7821-85C4-E5AF-77CF4FF9E9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1723BE-FE1C-D283-5C07-11E90E087678}"/>
              </a:ext>
            </a:extLst>
          </p:cNvPr>
          <p:cNvSpPr>
            <a:spLocks noGrp="1"/>
          </p:cNvSpPr>
          <p:nvPr>
            <p:ph type="body" idx="1"/>
          </p:nvPr>
        </p:nvSpPr>
        <p:spPr/>
        <p:txBody>
          <a:bodyPr/>
          <a:lstStyle/>
          <a:p>
            <a:r>
              <a:rPr lang="en-US" b="0" dirty="0"/>
              <a:t>AMI includes the operating system and software needed to boot your instance</a:t>
            </a:r>
          </a:p>
          <a:p>
            <a:endParaRPr lang="en-US" b="0" dirty="0"/>
          </a:p>
        </p:txBody>
      </p:sp>
      <p:sp>
        <p:nvSpPr>
          <p:cNvPr id="4" name="Slide Number Placeholder 3">
            <a:extLst>
              <a:ext uri="{FF2B5EF4-FFF2-40B4-BE49-F238E27FC236}">
                <a16:creationId xmlns:a16="http://schemas.microsoft.com/office/drawing/2014/main" id="{5FDB6BF5-DABD-BE82-1412-50BE7EF24F2F}"/>
              </a:ext>
            </a:extLst>
          </p:cNvPr>
          <p:cNvSpPr>
            <a:spLocks noGrp="1"/>
          </p:cNvSpPr>
          <p:nvPr>
            <p:ph type="sldNum" sz="quarter" idx="5"/>
          </p:nvPr>
        </p:nvSpPr>
        <p:spPr/>
        <p:txBody>
          <a:bodyPr/>
          <a:lstStyle/>
          <a:p>
            <a:fld id="{2DED966B-B83F-4D2C-8636-F75FE052909A}" type="slidenum">
              <a:rPr lang="en-US" smtClean="0"/>
              <a:t>15</a:t>
            </a:fld>
            <a:endParaRPr lang="en-US"/>
          </a:p>
        </p:txBody>
      </p:sp>
    </p:spTree>
    <p:extLst>
      <p:ext uri="{BB962C8B-B14F-4D97-AF65-F5344CB8AC3E}">
        <p14:creationId xmlns:p14="http://schemas.microsoft.com/office/powerpoint/2010/main" val="1104639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14B01-44EF-E99C-C6C4-7454AEFA1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30B66-F2B7-6256-7CF6-D46F8BC38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0A0AF1-D953-45FC-D383-C1FCCA2DDF9D}"/>
              </a:ext>
            </a:extLst>
          </p:cNvPr>
          <p:cNvSpPr>
            <a:spLocks noGrp="1"/>
          </p:cNvSpPr>
          <p:nvPr>
            <p:ph type="body" idx="1"/>
          </p:nvPr>
        </p:nvSpPr>
        <p:spPr/>
        <p:txBody>
          <a:bodyPr/>
          <a:lstStyle/>
          <a:p>
            <a:r>
              <a:rPr lang="en-US" b="0" dirty="0"/>
              <a:t>AMI includes the operating system and software needed to boot your instance</a:t>
            </a:r>
          </a:p>
          <a:p>
            <a:endParaRPr lang="en-US" b="0" dirty="0"/>
          </a:p>
        </p:txBody>
      </p:sp>
      <p:sp>
        <p:nvSpPr>
          <p:cNvPr id="4" name="Slide Number Placeholder 3">
            <a:extLst>
              <a:ext uri="{FF2B5EF4-FFF2-40B4-BE49-F238E27FC236}">
                <a16:creationId xmlns:a16="http://schemas.microsoft.com/office/drawing/2014/main" id="{A8949B8A-DB71-4BFF-A3A2-58683D4FC1C1}"/>
              </a:ext>
            </a:extLst>
          </p:cNvPr>
          <p:cNvSpPr>
            <a:spLocks noGrp="1"/>
          </p:cNvSpPr>
          <p:nvPr>
            <p:ph type="sldNum" sz="quarter" idx="5"/>
          </p:nvPr>
        </p:nvSpPr>
        <p:spPr/>
        <p:txBody>
          <a:bodyPr/>
          <a:lstStyle/>
          <a:p>
            <a:fld id="{2DED966B-B83F-4D2C-8636-F75FE052909A}" type="slidenum">
              <a:rPr lang="en-US" smtClean="0"/>
              <a:t>16</a:t>
            </a:fld>
            <a:endParaRPr lang="en-US"/>
          </a:p>
        </p:txBody>
      </p:sp>
    </p:spTree>
    <p:extLst>
      <p:ext uri="{BB962C8B-B14F-4D97-AF65-F5344CB8AC3E}">
        <p14:creationId xmlns:p14="http://schemas.microsoft.com/office/powerpoint/2010/main" val="1028952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D2399-E1D9-5F9C-E08B-0DE88A458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1A02B-A6A2-96E6-E6FB-1E37B674F4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3CECB-6732-3EA6-6D8D-10601AAD541A}"/>
              </a:ext>
            </a:extLst>
          </p:cNvPr>
          <p:cNvSpPr>
            <a:spLocks noGrp="1"/>
          </p:cNvSpPr>
          <p:nvPr>
            <p:ph type="body" idx="1"/>
          </p:nvPr>
        </p:nvSpPr>
        <p:spPr/>
        <p:txBody>
          <a:bodyPr/>
          <a:lstStyle/>
          <a:p>
            <a:r>
              <a:rPr lang="en-US" b="0" dirty="0"/>
              <a:t>AMI includes the operating system and software needed to boot your instance</a:t>
            </a:r>
          </a:p>
          <a:p>
            <a:endParaRPr lang="en-US" b="0" dirty="0"/>
          </a:p>
        </p:txBody>
      </p:sp>
      <p:sp>
        <p:nvSpPr>
          <p:cNvPr id="4" name="Slide Number Placeholder 3">
            <a:extLst>
              <a:ext uri="{FF2B5EF4-FFF2-40B4-BE49-F238E27FC236}">
                <a16:creationId xmlns:a16="http://schemas.microsoft.com/office/drawing/2014/main" id="{507B8F79-8724-695D-5C8C-DEA1350E8948}"/>
              </a:ext>
            </a:extLst>
          </p:cNvPr>
          <p:cNvSpPr>
            <a:spLocks noGrp="1"/>
          </p:cNvSpPr>
          <p:nvPr>
            <p:ph type="sldNum" sz="quarter" idx="5"/>
          </p:nvPr>
        </p:nvSpPr>
        <p:spPr/>
        <p:txBody>
          <a:bodyPr/>
          <a:lstStyle/>
          <a:p>
            <a:fld id="{2DED966B-B83F-4D2C-8636-F75FE052909A}" type="slidenum">
              <a:rPr lang="en-US" smtClean="0"/>
              <a:t>17</a:t>
            </a:fld>
            <a:endParaRPr lang="en-US"/>
          </a:p>
        </p:txBody>
      </p:sp>
    </p:spTree>
    <p:extLst>
      <p:ext uri="{BB962C8B-B14F-4D97-AF65-F5344CB8AC3E}">
        <p14:creationId xmlns:p14="http://schemas.microsoft.com/office/powerpoint/2010/main" val="4276389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9CCB2-280F-56AA-98F1-62ED52EA9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C1813-BB80-753F-AD09-93FF6EBA3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30B13-50CF-729F-9829-9D5CEFC2BC38}"/>
              </a:ext>
            </a:extLst>
          </p:cNvPr>
          <p:cNvSpPr>
            <a:spLocks noGrp="1"/>
          </p:cNvSpPr>
          <p:nvPr>
            <p:ph type="body" idx="1"/>
          </p:nvPr>
        </p:nvSpPr>
        <p:spPr/>
        <p:txBody>
          <a:bodyPr/>
          <a:lstStyle/>
          <a:p>
            <a:r>
              <a:rPr lang="en-US" b="0" dirty="0"/>
              <a:t>AMI includes the operating system and software needed to boot your instance</a:t>
            </a:r>
          </a:p>
          <a:p>
            <a:endParaRPr lang="en-US" b="0" dirty="0"/>
          </a:p>
        </p:txBody>
      </p:sp>
      <p:sp>
        <p:nvSpPr>
          <p:cNvPr id="4" name="Slide Number Placeholder 3">
            <a:extLst>
              <a:ext uri="{FF2B5EF4-FFF2-40B4-BE49-F238E27FC236}">
                <a16:creationId xmlns:a16="http://schemas.microsoft.com/office/drawing/2014/main" id="{10ED477A-F32F-CB8A-6C2A-60E7BD873BBE}"/>
              </a:ext>
            </a:extLst>
          </p:cNvPr>
          <p:cNvSpPr>
            <a:spLocks noGrp="1"/>
          </p:cNvSpPr>
          <p:nvPr>
            <p:ph type="sldNum" sz="quarter" idx="5"/>
          </p:nvPr>
        </p:nvSpPr>
        <p:spPr/>
        <p:txBody>
          <a:bodyPr/>
          <a:lstStyle/>
          <a:p>
            <a:fld id="{2DED966B-B83F-4D2C-8636-F75FE052909A}" type="slidenum">
              <a:rPr lang="en-US" smtClean="0"/>
              <a:t>18</a:t>
            </a:fld>
            <a:endParaRPr lang="en-US"/>
          </a:p>
        </p:txBody>
      </p:sp>
    </p:spTree>
    <p:extLst>
      <p:ext uri="{BB962C8B-B14F-4D97-AF65-F5344CB8AC3E}">
        <p14:creationId xmlns:p14="http://schemas.microsoft.com/office/powerpoint/2010/main" val="1064289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B7EF4-5673-57C3-67A5-31E87315F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C59A8-06BE-10A9-0952-BFA0D5565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78C7A-18B7-2E39-DCF4-493A0766149D}"/>
              </a:ext>
            </a:extLst>
          </p:cNvPr>
          <p:cNvSpPr>
            <a:spLocks noGrp="1"/>
          </p:cNvSpPr>
          <p:nvPr>
            <p:ph type="body" idx="1"/>
          </p:nvPr>
        </p:nvSpPr>
        <p:spPr/>
        <p:txBody>
          <a:bodyPr/>
          <a:lstStyle/>
          <a:p>
            <a:r>
              <a:rPr lang="en-US" b="0" dirty="0"/>
              <a:t>Serial Borg does not have runtime metric capability (unless its </a:t>
            </a:r>
            <a:r>
              <a:rPr lang="en-US" b="0" dirty="0" err="1"/>
              <a:t>PyBorg</a:t>
            </a:r>
            <a:r>
              <a:rPr lang="en-US" b="0" dirty="0"/>
              <a:t>)</a:t>
            </a:r>
          </a:p>
        </p:txBody>
      </p:sp>
      <p:sp>
        <p:nvSpPr>
          <p:cNvPr id="4" name="Slide Number Placeholder 3">
            <a:extLst>
              <a:ext uri="{FF2B5EF4-FFF2-40B4-BE49-F238E27FC236}">
                <a16:creationId xmlns:a16="http://schemas.microsoft.com/office/drawing/2014/main" id="{8C49466E-0457-0660-6501-BE7D16C95C0E}"/>
              </a:ext>
            </a:extLst>
          </p:cNvPr>
          <p:cNvSpPr>
            <a:spLocks noGrp="1"/>
          </p:cNvSpPr>
          <p:nvPr>
            <p:ph type="sldNum" sz="quarter" idx="5"/>
          </p:nvPr>
        </p:nvSpPr>
        <p:spPr/>
        <p:txBody>
          <a:bodyPr/>
          <a:lstStyle/>
          <a:p>
            <a:fld id="{2DED966B-B83F-4D2C-8636-F75FE052909A}" type="slidenum">
              <a:rPr lang="en-US" smtClean="0"/>
              <a:t>19</a:t>
            </a:fld>
            <a:endParaRPr lang="en-US"/>
          </a:p>
        </p:txBody>
      </p:sp>
    </p:spTree>
    <p:extLst>
      <p:ext uri="{BB962C8B-B14F-4D97-AF65-F5344CB8AC3E}">
        <p14:creationId xmlns:p14="http://schemas.microsoft.com/office/powerpoint/2010/main" val="33969165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7A23C-0408-EB8E-925D-6001F2AAA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D8EB7-9453-B16D-8802-700AFDC79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69F68-C4FA-B9AC-4C3A-A83B7200ED04}"/>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1A48747F-12A5-3019-D14A-A433AF15FDE9}"/>
              </a:ext>
            </a:extLst>
          </p:cNvPr>
          <p:cNvSpPr>
            <a:spLocks noGrp="1"/>
          </p:cNvSpPr>
          <p:nvPr>
            <p:ph type="sldNum" sz="quarter" idx="5"/>
          </p:nvPr>
        </p:nvSpPr>
        <p:spPr/>
        <p:txBody>
          <a:bodyPr/>
          <a:lstStyle/>
          <a:p>
            <a:fld id="{2DED966B-B83F-4D2C-8636-F75FE052909A}" type="slidenum">
              <a:rPr lang="en-US" smtClean="0"/>
              <a:t>20</a:t>
            </a:fld>
            <a:endParaRPr lang="en-US"/>
          </a:p>
        </p:txBody>
      </p:sp>
    </p:spTree>
    <p:extLst>
      <p:ext uri="{BB962C8B-B14F-4D97-AF65-F5344CB8AC3E}">
        <p14:creationId xmlns:p14="http://schemas.microsoft.com/office/powerpoint/2010/main" val="818163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D0A34-6890-E992-09DB-845854F70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510FB-BC21-9C63-DEE7-B3148A649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FE0AE-A499-0B27-F043-70CE48180314}"/>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81338C23-3B08-2AC9-B1D9-A367DA11A684}"/>
              </a:ext>
            </a:extLst>
          </p:cNvPr>
          <p:cNvSpPr>
            <a:spLocks noGrp="1"/>
          </p:cNvSpPr>
          <p:nvPr>
            <p:ph type="sldNum" sz="quarter" idx="5"/>
          </p:nvPr>
        </p:nvSpPr>
        <p:spPr/>
        <p:txBody>
          <a:bodyPr/>
          <a:lstStyle/>
          <a:p>
            <a:fld id="{2DED966B-B83F-4D2C-8636-F75FE052909A}" type="slidenum">
              <a:rPr lang="en-US" smtClean="0"/>
              <a:t>21</a:t>
            </a:fld>
            <a:endParaRPr lang="en-US"/>
          </a:p>
        </p:txBody>
      </p:sp>
    </p:spTree>
    <p:extLst>
      <p:ext uri="{BB962C8B-B14F-4D97-AF65-F5344CB8AC3E}">
        <p14:creationId xmlns:p14="http://schemas.microsoft.com/office/powerpoint/2010/main" val="36507353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19310-C4D8-9E0C-8C41-D0698E038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590D-DA86-BF0D-EC2E-C6BBE3CCC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910EC-A818-4488-EC01-BDB7756405E4}"/>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ED18C887-376F-5D1D-DF3E-CEC8C83EC3BB}"/>
              </a:ext>
            </a:extLst>
          </p:cNvPr>
          <p:cNvSpPr>
            <a:spLocks noGrp="1"/>
          </p:cNvSpPr>
          <p:nvPr>
            <p:ph type="sldNum" sz="quarter" idx="5"/>
          </p:nvPr>
        </p:nvSpPr>
        <p:spPr/>
        <p:txBody>
          <a:bodyPr/>
          <a:lstStyle/>
          <a:p>
            <a:fld id="{2DED966B-B83F-4D2C-8636-F75FE052909A}" type="slidenum">
              <a:rPr lang="en-US" smtClean="0"/>
              <a:t>22</a:t>
            </a:fld>
            <a:endParaRPr lang="en-US"/>
          </a:p>
        </p:txBody>
      </p:sp>
    </p:spTree>
    <p:extLst>
      <p:ext uri="{BB962C8B-B14F-4D97-AF65-F5344CB8AC3E}">
        <p14:creationId xmlns:p14="http://schemas.microsoft.com/office/powerpoint/2010/main" val="19160352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1EFB0-FB08-5BE3-4A30-2EAAC10A4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67B0C-A934-2E51-820A-0920F893E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CB214-81D9-EE6B-81F7-FE8D65D3D8D0}"/>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9FDB5657-1C36-4A78-158C-92E8EB45ADAC}"/>
              </a:ext>
            </a:extLst>
          </p:cNvPr>
          <p:cNvSpPr>
            <a:spLocks noGrp="1"/>
          </p:cNvSpPr>
          <p:nvPr>
            <p:ph type="sldNum" sz="quarter" idx="5"/>
          </p:nvPr>
        </p:nvSpPr>
        <p:spPr/>
        <p:txBody>
          <a:bodyPr/>
          <a:lstStyle/>
          <a:p>
            <a:fld id="{2DED966B-B83F-4D2C-8636-F75FE052909A}" type="slidenum">
              <a:rPr lang="en-US" smtClean="0"/>
              <a:t>23</a:t>
            </a:fld>
            <a:endParaRPr lang="en-US"/>
          </a:p>
        </p:txBody>
      </p:sp>
    </p:spTree>
    <p:extLst>
      <p:ext uri="{BB962C8B-B14F-4D97-AF65-F5344CB8AC3E}">
        <p14:creationId xmlns:p14="http://schemas.microsoft.com/office/powerpoint/2010/main" val="143683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2B151-5E45-8F97-BDEC-103AE478F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7B114-179D-EE17-EAC0-0FA50F036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0EE8A-6D8B-A661-48AC-80885A70C314}"/>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7BF4C9B8-1ADA-2D59-0249-660980CD66CB}"/>
              </a:ext>
            </a:extLst>
          </p:cNvPr>
          <p:cNvSpPr>
            <a:spLocks noGrp="1"/>
          </p:cNvSpPr>
          <p:nvPr>
            <p:ph type="sldNum" sz="quarter" idx="5"/>
          </p:nvPr>
        </p:nvSpPr>
        <p:spPr/>
        <p:txBody>
          <a:bodyPr/>
          <a:lstStyle/>
          <a:p>
            <a:fld id="{2DED966B-B83F-4D2C-8636-F75FE052909A}" type="slidenum">
              <a:rPr lang="en-US" smtClean="0"/>
              <a:t>24</a:t>
            </a:fld>
            <a:endParaRPr lang="en-US"/>
          </a:p>
        </p:txBody>
      </p:sp>
    </p:spTree>
    <p:extLst>
      <p:ext uri="{BB962C8B-B14F-4D97-AF65-F5344CB8AC3E}">
        <p14:creationId xmlns:p14="http://schemas.microsoft.com/office/powerpoint/2010/main" val="1949634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FF493-4971-CD6E-CCA1-21238CA7A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730E6-3DED-6D28-340B-1221D0FF2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C44B4-0992-C241-C97D-853C372C00BF}"/>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8A2D9CBA-87F4-E346-5B11-1844BAFAE500}"/>
              </a:ext>
            </a:extLst>
          </p:cNvPr>
          <p:cNvSpPr>
            <a:spLocks noGrp="1"/>
          </p:cNvSpPr>
          <p:nvPr>
            <p:ph type="sldNum" sz="quarter" idx="5"/>
          </p:nvPr>
        </p:nvSpPr>
        <p:spPr/>
        <p:txBody>
          <a:bodyPr/>
          <a:lstStyle/>
          <a:p>
            <a:fld id="{2DED966B-B83F-4D2C-8636-F75FE052909A}" type="slidenum">
              <a:rPr lang="en-US" smtClean="0"/>
              <a:t>25</a:t>
            </a:fld>
            <a:endParaRPr lang="en-US"/>
          </a:p>
        </p:txBody>
      </p:sp>
    </p:spTree>
    <p:extLst>
      <p:ext uri="{BB962C8B-B14F-4D97-AF65-F5344CB8AC3E}">
        <p14:creationId xmlns:p14="http://schemas.microsoft.com/office/powerpoint/2010/main" val="42366390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4ADE8-034F-DA03-D185-5DFA7CC9E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17942-220C-CD52-7050-A80161E4A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740289-BBD2-5CC3-6744-E33E4E64AD43}"/>
              </a:ext>
            </a:extLst>
          </p:cNvPr>
          <p:cNvSpPr>
            <a:spLocks noGrp="1"/>
          </p:cNvSpPr>
          <p:nvPr>
            <p:ph type="body" idx="1"/>
          </p:nvPr>
        </p:nvSpPr>
        <p:spPr/>
        <p:txBody>
          <a:bodyPr/>
          <a:lstStyle/>
          <a:p>
            <a:r>
              <a:rPr lang="en-US" b="0" dirty="0"/>
              <a:t>Serial Borg does not have runtime metric capability (unless its </a:t>
            </a:r>
            <a:r>
              <a:rPr lang="en-US" b="0" dirty="0" err="1"/>
              <a:t>PyBorg</a:t>
            </a:r>
            <a:r>
              <a:rPr lang="en-US" b="0" dirty="0"/>
              <a:t>)</a:t>
            </a:r>
          </a:p>
        </p:txBody>
      </p:sp>
      <p:sp>
        <p:nvSpPr>
          <p:cNvPr id="4" name="Slide Number Placeholder 3">
            <a:extLst>
              <a:ext uri="{FF2B5EF4-FFF2-40B4-BE49-F238E27FC236}">
                <a16:creationId xmlns:a16="http://schemas.microsoft.com/office/drawing/2014/main" id="{20300AB7-5B67-7B41-E654-740A6D501C34}"/>
              </a:ext>
            </a:extLst>
          </p:cNvPr>
          <p:cNvSpPr>
            <a:spLocks noGrp="1"/>
          </p:cNvSpPr>
          <p:nvPr>
            <p:ph type="sldNum" sz="quarter" idx="5"/>
          </p:nvPr>
        </p:nvSpPr>
        <p:spPr/>
        <p:txBody>
          <a:bodyPr/>
          <a:lstStyle/>
          <a:p>
            <a:fld id="{2DED966B-B83F-4D2C-8636-F75FE052909A}" type="slidenum">
              <a:rPr lang="en-US" smtClean="0"/>
              <a:t>26</a:t>
            </a:fld>
            <a:endParaRPr lang="en-US"/>
          </a:p>
        </p:txBody>
      </p:sp>
    </p:spTree>
    <p:extLst>
      <p:ext uri="{BB962C8B-B14F-4D97-AF65-F5344CB8AC3E}">
        <p14:creationId xmlns:p14="http://schemas.microsoft.com/office/powerpoint/2010/main" val="12338218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0C95-A3EB-FB92-DC75-B37055411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6E36D-F95C-183E-DF4B-D0A5B1E9A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1C481-575D-CF32-4A4F-57E03493EFDD}"/>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8466DB13-4D01-0FF6-EF4F-D84B7197A2DA}"/>
              </a:ext>
            </a:extLst>
          </p:cNvPr>
          <p:cNvSpPr>
            <a:spLocks noGrp="1"/>
          </p:cNvSpPr>
          <p:nvPr>
            <p:ph type="sldNum" sz="quarter" idx="5"/>
          </p:nvPr>
        </p:nvSpPr>
        <p:spPr/>
        <p:txBody>
          <a:bodyPr/>
          <a:lstStyle/>
          <a:p>
            <a:fld id="{2DED966B-B83F-4D2C-8636-F75FE052909A}" type="slidenum">
              <a:rPr lang="en-US" smtClean="0"/>
              <a:t>27</a:t>
            </a:fld>
            <a:endParaRPr lang="en-US"/>
          </a:p>
        </p:txBody>
      </p:sp>
    </p:spTree>
    <p:extLst>
      <p:ext uri="{BB962C8B-B14F-4D97-AF65-F5344CB8AC3E}">
        <p14:creationId xmlns:p14="http://schemas.microsoft.com/office/powerpoint/2010/main" val="3814052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D935A-121D-99D4-9F14-BAAB4597C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1E951-0B4A-57A7-3D68-AE49DB8A3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DA881-DED2-047D-CACD-0BBCAE227738}"/>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D6B11B68-7019-D67E-B46C-60D5CD9C9A89}"/>
              </a:ext>
            </a:extLst>
          </p:cNvPr>
          <p:cNvSpPr>
            <a:spLocks noGrp="1"/>
          </p:cNvSpPr>
          <p:nvPr>
            <p:ph type="sldNum" sz="quarter" idx="5"/>
          </p:nvPr>
        </p:nvSpPr>
        <p:spPr/>
        <p:txBody>
          <a:bodyPr/>
          <a:lstStyle/>
          <a:p>
            <a:fld id="{2DED966B-B83F-4D2C-8636-F75FE052909A}" type="slidenum">
              <a:rPr lang="en-US" smtClean="0"/>
              <a:t>28</a:t>
            </a:fld>
            <a:endParaRPr lang="en-US"/>
          </a:p>
        </p:txBody>
      </p:sp>
    </p:spTree>
    <p:extLst>
      <p:ext uri="{BB962C8B-B14F-4D97-AF65-F5344CB8AC3E}">
        <p14:creationId xmlns:p14="http://schemas.microsoft.com/office/powerpoint/2010/main" val="29133816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6862E-5FCA-BB2E-6D2C-6261D9B20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4EC54-BB90-0D22-8DC8-7F9B4616D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2DCEF-7C2C-852C-3EA5-D83B6CEFD1C9}"/>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6E3EF368-F7D2-E3EF-9FD7-100E5CF45E65}"/>
              </a:ext>
            </a:extLst>
          </p:cNvPr>
          <p:cNvSpPr>
            <a:spLocks noGrp="1"/>
          </p:cNvSpPr>
          <p:nvPr>
            <p:ph type="sldNum" sz="quarter" idx="5"/>
          </p:nvPr>
        </p:nvSpPr>
        <p:spPr/>
        <p:txBody>
          <a:bodyPr/>
          <a:lstStyle/>
          <a:p>
            <a:fld id="{2DED966B-B83F-4D2C-8636-F75FE052909A}" type="slidenum">
              <a:rPr lang="en-US" smtClean="0"/>
              <a:t>29</a:t>
            </a:fld>
            <a:endParaRPr lang="en-US"/>
          </a:p>
        </p:txBody>
      </p:sp>
    </p:spTree>
    <p:extLst>
      <p:ext uri="{BB962C8B-B14F-4D97-AF65-F5344CB8AC3E}">
        <p14:creationId xmlns:p14="http://schemas.microsoft.com/office/powerpoint/2010/main" val="165521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B2504-F0F5-E78F-3B3A-09461C026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A8C23-3CDA-2CE0-C116-E591DA37A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2DAEA-D5A1-8227-8767-EFF4ABB6CF75}"/>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CB4BE243-52C5-3F51-43FD-A923F10BC9D0}"/>
              </a:ext>
            </a:extLst>
          </p:cNvPr>
          <p:cNvSpPr>
            <a:spLocks noGrp="1"/>
          </p:cNvSpPr>
          <p:nvPr>
            <p:ph type="sldNum" sz="quarter" idx="5"/>
          </p:nvPr>
        </p:nvSpPr>
        <p:spPr/>
        <p:txBody>
          <a:bodyPr/>
          <a:lstStyle/>
          <a:p>
            <a:fld id="{2DED966B-B83F-4D2C-8636-F75FE052909A}" type="slidenum">
              <a:rPr lang="en-US" smtClean="0"/>
              <a:t>30</a:t>
            </a:fld>
            <a:endParaRPr lang="en-US"/>
          </a:p>
        </p:txBody>
      </p:sp>
    </p:spTree>
    <p:extLst>
      <p:ext uri="{BB962C8B-B14F-4D97-AF65-F5344CB8AC3E}">
        <p14:creationId xmlns:p14="http://schemas.microsoft.com/office/powerpoint/2010/main" val="52719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D0C9-009C-B269-9166-391DD53A3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4C3A7-121A-BC86-220A-9DF0C48EE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E3AFE-2A79-BD76-6F7A-D35A65E31F2B}"/>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CF540B86-4AEE-86AA-C000-1F8885CC3147}"/>
              </a:ext>
            </a:extLst>
          </p:cNvPr>
          <p:cNvSpPr>
            <a:spLocks noGrp="1"/>
          </p:cNvSpPr>
          <p:nvPr>
            <p:ph type="sldNum" sz="quarter" idx="5"/>
          </p:nvPr>
        </p:nvSpPr>
        <p:spPr/>
        <p:txBody>
          <a:bodyPr/>
          <a:lstStyle/>
          <a:p>
            <a:fld id="{2DED966B-B83F-4D2C-8636-F75FE052909A}" type="slidenum">
              <a:rPr lang="en-US" smtClean="0"/>
              <a:t>31</a:t>
            </a:fld>
            <a:endParaRPr lang="en-US"/>
          </a:p>
        </p:txBody>
      </p:sp>
    </p:spTree>
    <p:extLst>
      <p:ext uri="{BB962C8B-B14F-4D97-AF65-F5344CB8AC3E}">
        <p14:creationId xmlns:p14="http://schemas.microsoft.com/office/powerpoint/2010/main" val="33352685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F5D0-72CB-A849-47A0-95CFBC0F8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E298F1-A434-6519-61C6-E4785C203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88041-9DA7-1034-C900-9B74093D8EE7}"/>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BD4489DF-A4E3-C462-EBBC-EE59234C7371}"/>
              </a:ext>
            </a:extLst>
          </p:cNvPr>
          <p:cNvSpPr>
            <a:spLocks noGrp="1"/>
          </p:cNvSpPr>
          <p:nvPr>
            <p:ph type="sldNum" sz="quarter" idx="5"/>
          </p:nvPr>
        </p:nvSpPr>
        <p:spPr/>
        <p:txBody>
          <a:bodyPr/>
          <a:lstStyle/>
          <a:p>
            <a:fld id="{2DED966B-B83F-4D2C-8636-F75FE052909A}" type="slidenum">
              <a:rPr lang="en-US" smtClean="0"/>
              <a:t>32</a:t>
            </a:fld>
            <a:endParaRPr lang="en-US"/>
          </a:p>
        </p:txBody>
      </p:sp>
    </p:spTree>
    <p:extLst>
      <p:ext uri="{BB962C8B-B14F-4D97-AF65-F5344CB8AC3E}">
        <p14:creationId xmlns:p14="http://schemas.microsoft.com/office/powerpoint/2010/main" val="406136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5CF9-6B27-D923-AA84-319393F23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D40EF-8D4B-5B59-BB5B-3BD36322C2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E3905-08BC-FE62-36C3-87277B4F2F0F}"/>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B5BBC17E-6200-EDA0-4CF3-FBACF49A9570}"/>
              </a:ext>
            </a:extLst>
          </p:cNvPr>
          <p:cNvSpPr>
            <a:spLocks noGrp="1"/>
          </p:cNvSpPr>
          <p:nvPr>
            <p:ph type="sldNum" sz="quarter" idx="5"/>
          </p:nvPr>
        </p:nvSpPr>
        <p:spPr/>
        <p:txBody>
          <a:bodyPr/>
          <a:lstStyle/>
          <a:p>
            <a:fld id="{2DED966B-B83F-4D2C-8636-F75FE052909A}" type="slidenum">
              <a:rPr lang="en-US" smtClean="0"/>
              <a:t>33</a:t>
            </a:fld>
            <a:endParaRPr lang="en-US"/>
          </a:p>
        </p:txBody>
      </p:sp>
    </p:spTree>
    <p:extLst>
      <p:ext uri="{BB962C8B-B14F-4D97-AF65-F5344CB8AC3E}">
        <p14:creationId xmlns:p14="http://schemas.microsoft.com/office/powerpoint/2010/main" val="28864587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60DE5-8328-1595-789B-16DA73807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7DFC9-7DA3-F520-5ECD-4A5959C37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78E25-8413-22AA-30F5-4D0192B1C107}"/>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20B32C4C-F4A6-94D2-1D64-2AADCCDFEEA3}"/>
              </a:ext>
            </a:extLst>
          </p:cNvPr>
          <p:cNvSpPr>
            <a:spLocks noGrp="1"/>
          </p:cNvSpPr>
          <p:nvPr>
            <p:ph type="sldNum" sz="quarter" idx="5"/>
          </p:nvPr>
        </p:nvSpPr>
        <p:spPr/>
        <p:txBody>
          <a:bodyPr/>
          <a:lstStyle/>
          <a:p>
            <a:fld id="{2DED966B-B83F-4D2C-8636-F75FE052909A}" type="slidenum">
              <a:rPr lang="en-US" smtClean="0"/>
              <a:t>34</a:t>
            </a:fld>
            <a:endParaRPr lang="en-US"/>
          </a:p>
        </p:txBody>
      </p:sp>
    </p:spTree>
    <p:extLst>
      <p:ext uri="{BB962C8B-B14F-4D97-AF65-F5344CB8AC3E}">
        <p14:creationId xmlns:p14="http://schemas.microsoft.com/office/powerpoint/2010/main" val="1328412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8E2DC-BB18-0A21-7C98-4209A5991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74EED-41C2-AC45-F041-31F3931A85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4EC326-471D-7148-EA28-E8916B85FD71}"/>
              </a:ext>
            </a:extLst>
          </p:cNvPr>
          <p:cNvSpPr>
            <a:spLocks noGrp="1"/>
          </p:cNvSpPr>
          <p:nvPr>
            <p:ph type="body" idx="1"/>
          </p:nvPr>
        </p:nvSpPr>
        <p:spPr/>
        <p:txBody>
          <a:bodyPr/>
          <a:lstStyle/>
          <a:p>
            <a:r>
              <a:rPr lang="en-US" b="0" dirty="0"/>
              <a:t>Parallel efficiency: typically &lt;1 due to communication overhead, synchronization delays, </a:t>
            </a:r>
            <a:r>
              <a:rPr lang="en-US" b="0" dirty="0" err="1"/>
              <a:t>etc</a:t>
            </a:r>
            <a:endParaRPr lang="en-US" b="0" dirty="0"/>
          </a:p>
          <a:p>
            <a:r>
              <a:rPr lang="en-US" b="0" dirty="0"/>
              <a:t>Memory efficiency: closer to one -&gt; better (add more nodes and more work without adding more memory)</a:t>
            </a:r>
          </a:p>
        </p:txBody>
      </p:sp>
      <p:sp>
        <p:nvSpPr>
          <p:cNvPr id="4" name="Slide Number Placeholder 3">
            <a:extLst>
              <a:ext uri="{FF2B5EF4-FFF2-40B4-BE49-F238E27FC236}">
                <a16:creationId xmlns:a16="http://schemas.microsoft.com/office/drawing/2014/main" id="{82D72427-09B4-017D-40DA-7F736D8B17A1}"/>
              </a:ext>
            </a:extLst>
          </p:cNvPr>
          <p:cNvSpPr>
            <a:spLocks noGrp="1"/>
          </p:cNvSpPr>
          <p:nvPr>
            <p:ph type="sldNum" sz="quarter" idx="5"/>
          </p:nvPr>
        </p:nvSpPr>
        <p:spPr/>
        <p:txBody>
          <a:bodyPr/>
          <a:lstStyle/>
          <a:p>
            <a:fld id="{2DED966B-B83F-4D2C-8636-F75FE052909A}" type="slidenum">
              <a:rPr lang="en-US" smtClean="0"/>
              <a:t>35</a:t>
            </a:fld>
            <a:endParaRPr lang="en-US"/>
          </a:p>
        </p:txBody>
      </p:sp>
    </p:spTree>
    <p:extLst>
      <p:ext uri="{BB962C8B-B14F-4D97-AF65-F5344CB8AC3E}">
        <p14:creationId xmlns:p14="http://schemas.microsoft.com/office/powerpoint/2010/main" val="40368296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D20E9-3DB6-3697-ECF3-1C93481A2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443B4-FC98-1FD8-606B-9939240D5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05D47-1942-8940-2926-C06042AD2C06}"/>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5F4B9236-2F49-7D80-5F92-38BDF59B50F4}"/>
              </a:ext>
            </a:extLst>
          </p:cNvPr>
          <p:cNvSpPr>
            <a:spLocks noGrp="1"/>
          </p:cNvSpPr>
          <p:nvPr>
            <p:ph type="sldNum" sz="quarter" idx="5"/>
          </p:nvPr>
        </p:nvSpPr>
        <p:spPr/>
        <p:txBody>
          <a:bodyPr/>
          <a:lstStyle/>
          <a:p>
            <a:fld id="{2DED966B-B83F-4D2C-8636-F75FE052909A}" type="slidenum">
              <a:rPr lang="en-US" smtClean="0"/>
              <a:t>36</a:t>
            </a:fld>
            <a:endParaRPr lang="en-US"/>
          </a:p>
        </p:txBody>
      </p:sp>
    </p:spTree>
    <p:extLst>
      <p:ext uri="{BB962C8B-B14F-4D97-AF65-F5344CB8AC3E}">
        <p14:creationId xmlns:p14="http://schemas.microsoft.com/office/powerpoint/2010/main" val="30295323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4215C-1A4B-BD4A-CF46-FE8B2AD05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90110-6CB1-4529-3CFF-D5A07D015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9D9B5-A768-6881-A8BF-4A07F67431ED}"/>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1AB90060-29ED-6E7C-BD9A-35ED8970D083}"/>
              </a:ext>
            </a:extLst>
          </p:cNvPr>
          <p:cNvSpPr>
            <a:spLocks noGrp="1"/>
          </p:cNvSpPr>
          <p:nvPr>
            <p:ph type="sldNum" sz="quarter" idx="5"/>
          </p:nvPr>
        </p:nvSpPr>
        <p:spPr/>
        <p:txBody>
          <a:bodyPr/>
          <a:lstStyle/>
          <a:p>
            <a:fld id="{2DED966B-B83F-4D2C-8636-F75FE052909A}" type="slidenum">
              <a:rPr lang="en-US" smtClean="0"/>
              <a:t>37</a:t>
            </a:fld>
            <a:endParaRPr lang="en-US"/>
          </a:p>
        </p:txBody>
      </p:sp>
    </p:spTree>
    <p:extLst>
      <p:ext uri="{BB962C8B-B14F-4D97-AF65-F5344CB8AC3E}">
        <p14:creationId xmlns:p14="http://schemas.microsoft.com/office/powerpoint/2010/main" val="32642195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C338F-4C0E-1050-5AAD-5230B165D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A6F67-D42B-B227-6B01-C11FC39B6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DE19F-BCB8-42D5-EE4B-90E43E666CA6}"/>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0238E964-18F6-F1A3-52F9-E0DE11849A1E}"/>
              </a:ext>
            </a:extLst>
          </p:cNvPr>
          <p:cNvSpPr>
            <a:spLocks noGrp="1"/>
          </p:cNvSpPr>
          <p:nvPr>
            <p:ph type="sldNum" sz="quarter" idx="5"/>
          </p:nvPr>
        </p:nvSpPr>
        <p:spPr/>
        <p:txBody>
          <a:bodyPr/>
          <a:lstStyle/>
          <a:p>
            <a:fld id="{2DED966B-B83F-4D2C-8636-F75FE052909A}" type="slidenum">
              <a:rPr lang="en-US" smtClean="0"/>
              <a:t>38</a:t>
            </a:fld>
            <a:endParaRPr lang="en-US"/>
          </a:p>
        </p:txBody>
      </p:sp>
    </p:spTree>
    <p:extLst>
      <p:ext uri="{BB962C8B-B14F-4D97-AF65-F5344CB8AC3E}">
        <p14:creationId xmlns:p14="http://schemas.microsoft.com/office/powerpoint/2010/main" val="31830068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42BFB-EF52-4B89-5317-C52BAADAF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E1F70-BB69-1FFD-D036-168BC061FB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8622A-CBAE-F589-50A4-3965EB37EF1F}"/>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6103584C-EA01-BEDA-C841-1C42C24E7162}"/>
              </a:ext>
            </a:extLst>
          </p:cNvPr>
          <p:cNvSpPr>
            <a:spLocks noGrp="1"/>
          </p:cNvSpPr>
          <p:nvPr>
            <p:ph type="sldNum" sz="quarter" idx="5"/>
          </p:nvPr>
        </p:nvSpPr>
        <p:spPr/>
        <p:txBody>
          <a:bodyPr/>
          <a:lstStyle/>
          <a:p>
            <a:fld id="{2DED966B-B83F-4D2C-8636-F75FE052909A}" type="slidenum">
              <a:rPr lang="en-US" smtClean="0"/>
              <a:t>39</a:t>
            </a:fld>
            <a:endParaRPr lang="en-US"/>
          </a:p>
        </p:txBody>
      </p:sp>
    </p:spTree>
    <p:extLst>
      <p:ext uri="{BB962C8B-B14F-4D97-AF65-F5344CB8AC3E}">
        <p14:creationId xmlns:p14="http://schemas.microsoft.com/office/powerpoint/2010/main" val="2273680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DDF87-000A-F4FA-A921-53FABAF8E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FE164-9DB2-144D-297C-4D90A04E5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A9D22-E0D5-A0ED-B04A-ED3E9EC1B064}"/>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5C2F2877-51A2-511E-1A4C-377059291E88}"/>
              </a:ext>
            </a:extLst>
          </p:cNvPr>
          <p:cNvSpPr>
            <a:spLocks noGrp="1"/>
          </p:cNvSpPr>
          <p:nvPr>
            <p:ph type="sldNum" sz="quarter" idx="5"/>
          </p:nvPr>
        </p:nvSpPr>
        <p:spPr/>
        <p:txBody>
          <a:bodyPr/>
          <a:lstStyle/>
          <a:p>
            <a:fld id="{2DED966B-B83F-4D2C-8636-F75FE052909A}" type="slidenum">
              <a:rPr lang="en-US" smtClean="0"/>
              <a:t>40</a:t>
            </a:fld>
            <a:endParaRPr lang="en-US"/>
          </a:p>
        </p:txBody>
      </p:sp>
    </p:spTree>
    <p:extLst>
      <p:ext uri="{BB962C8B-B14F-4D97-AF65-F5344CB8AC3E}">
        <p14:creationId xmlns:p14="http://schemas.microsoft.com/office/powerpoint/2010/main" val="5159304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C887A-C581-B087-5FD0-4328A517C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2D0FA-0CB6-B895-982A-FE469E366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E6892-FFCD-6826-C396-DA27553C771F}"/>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A819B8E0-6DFF-F7E2-58FA-2A30C29147AF}"/>
              </a:ext>
            </a:extLst>
          </p:cNvPr>
          <p:cNvSpPr>
            <a:spLocks noGrp="1"/>
          </p:cNvSpPr>
          <p:nvPr>
            <p:ph type="sldNum" sz="quarter" idx="5"/>
          </p:nvPr>
        </p:nvSpPr>
        <p:spPr/>
        <p:txBody>
          <a:bodyPr/>
          <a:lstStyle/>
          <a:p>
            <a:fld id="{2DED966B-B83F-4D2C-8636-F75FE052909A}" type="slidenum">
              <a:rPr lang="en-US" smtClean="0"/>
              <a:t>41</a:t>
            </a:fld>
            <a:endParaRPr lang="en-US"/>
          </a:p>
        </p:txBody>
      </p:sp>
    </p:spTree>
    <p:extLst>
      <p:ext uri="{BB962C8B-B14F-4D97-AF65-F5344CB8AC3E}">
        <p14:creationId xmlns:p14="http://schemas.microsoft.com/office/powerpoint/2010/main" val="5470782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C6C6A-CCC2-34F8-63CA-7EE33E335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C75E5-9CA3-9889-7D87-FF1981AEF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99545-8013-4ACD-D2E1-55F6336C9014}"/>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530526E-2885-7CED-1EB2-A5F368E13EBE}"/>
              </a:ext>
            </a:extLst>
          </p:cNvPr>
          <p:cNvSpPr>
            <a:spLocks noGrp="1"/>
          </p:cNvSpPr>
          <p:nvPr>
            <p:ph type="sldNum" sz="quarter" idx="5"/>
          </p:nvPr>
        </p:nvSpPr>
        <p:spPr/>
        <p:txBody>
          <a:bodyPr/>
          <a:lstStyle/>
          <a:p>
            <a:fld id="{2DED966B-B83F-4D2C-8636-F75FE052909A}" type="slidenum">
              <a:rPr lang="en-US" smtClean="0"/>
              <a:t>42</a:t>
            </a:fld>
            <a:endParaRPr lang="en-US"/>
          </a:p>
        </p:txBody>
      </p:sp>
    </p:spTree>
    <p:extLst>
      <p:ext uri="{BB962C8B-B14F-4D97-AF65-F5344CB8AC3E}">
        <p14:creationId xmlns:p14="http://schemas.microsoft.com/office/powerpoint/2010/main" val="38446769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B412-7EFC-27E6-3977-B08CE083B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77658-1617-1C3F-52F2-648F4B902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C8FD9-2125-640E-7D1B-CB24C6D3650E}"/>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E0ECE8F5-55DE-0368-CE31-2C3BAB2865CC}"/>
              </a:ext>
            </a:extLst>
          </p:cNvPr>
          <p:cNvSpPr>
            <a:spLocks noGrp="1"/>
          </p:cNvSpPr>
          <p:nvPr>
            <p:ph type="sldNum" sz="quarter" idx="5"/>
          </p:nvPr>
        </p:nvSpPr>
        <p:spPr/>
        <p:txBody>
          <a:bodyPr/>
          <a:lstStyle/>
          <a:p>
            <a:fld id="{2DED966B-B83F-4D2C-8636-F75FE052909A}" type="slidenum">
              <a:rPr lang="en-US" smtClean="0"/>
              <a:t>43</a:t>
            </a:fld>
            <a:endParaRPr lang="en-US"/>
          </a:p>
        </p:txBody>
      </p:sp>
    </p:spTree>
    <p:extLst>
      <p:ext uri="{BB962C8B-B14F-4D97-AF65-F5344CB8AC3E}">
        <p14:creationId xmlns:p14="http://schemas.microsoft.com/office/powerpoint/2010/main" val="30864493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3E6EB-637F-CF4D-1D12-73E81C389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3963F-70D2-96DD-2900-9472C5DDE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21D5-4771-0CE3-FCD7-CB33A3145D38}"/>
              </a:ext>
            </a:extLst>
          </p:cNvPr>
          <p:cNvSpPr>
            <a:spLocks noGrp="1"/>
          </p:cNvSpPr>
          <p:nvPr>
            <p:ph type="body" idx="1"/>
          </p:nvPr>
        </p:nvSpPr>
        <p:spPr/>
        <p:txBody>
          <a:bodyPr/>
          <a:lstStyle/>
          <a:p>
            <a:r>
              <a:rPr lang="en-US" b="0" dirty="0"/>
              <a:t>Serial Borg does not have runtime metric capability (unless its </a:t>
            </a:r>
            <a:r>
              <a:rPr lang="en-US" b="0" dirty="0" err="1"/>
              <a:t>PyBorg</a:t>
            </a:r>
            <a:r>
              <a:rPr lang="en-US" b="0" dirty="0"/>
              <a:t>)</a:t>
            </a:r>
          </a:p>
        </p:txBody>
      </p:sp>
      <p:sp>
        <p:nvSpPr>
          <p:cNvPr id="4" name="Slide Number Placeholder 3">
            <a:extLst>
              <a:ext uri="{FF2B5EF4-FFF2-40B4-BE49-F238E27FC236}">
                <a16:creationId xmlns:a16="http://schemas.microsoft.com/office/drawing/2014/main" id="{3784852F-7C39-D781-0406-A2F6C76548D8}"/>
              </a:ext>
            </a:extLst>
          </p:cNvPr>
          <p:cNvSpPr>
            <a:spLocks noGrp="1"/>
          </p:cNvSpPr>
          <p:nvPr>
            <p:ph type="sldNum" sz="quarter" idx="5"/>
          </p:nvPr>
        </p:nvSpPr>
        <p:spPr/>
        <p:txBody>
          <a:bodyPr/>
          <a:lstStyle/>
          <a:p>
            <a:fld id="{2DED966B-B83F-4D2C-8636-F75FE052909A}" type="slidenum">
              <a:rPr lang="en-US" smtClean="0"/>
              <a:t>44</a:t>
            </a:fld>
            <a:endParaRPr lang="en-US"/>
          </a:p>
        </p:txBody>
      </p:sp>
    </p:spTree>
    <p:extLst>
      <p:ext uri="{BB962C8B-B14F-4D97-AF65-F5344CB8AC3E}">
        <p14:creationId xmlns:p14="http://schemas.microsoft.com/office/powerpoint/2010/main" val="766609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CAB29-98EA-3E5C-9A6D-2A8E3A33E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C305D-6A20-F750-C1A5-9D3A007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C4700-E4C2-ECB2-3AE4-B7A50201E848}"/>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E760F227-905E-0937-A5B2-89719CAC0EE9}"/>
              </a:ext>
            </a:extLst>
          </p:cNvPr>
          <p:cNvSpPr>
            <a:spLocks noGrp="1"/>
          </p:cNvSpPr>
          <p:nvPr>
            <p:ph type="sldNum" sz="quarter" idx="5"/>
          </p:nvPr>
        </p:nvSpPr>
        <p:spPr/>
        <p:txBody>
          <a:bodyPr/>
          <a:lstStyle/>
          <a:p>
            <a:fld id="{2DED966B-B83F-4D2C-8636-F75FE052909A}" type="slidenum">
              <a:rPr lang="en-US" smtClean="0"/>
              <a:t>45</a:t>
            </a:fld>
            <a:endParaRPr lang="en-US"/>
          </a:p>
        </p:txBody>
      </p:sp>
    </p:spTree>
    <p:extLst>
      <p:ext uri="{BB962C8B-B14F-4D97-AF65-F5344CB8AC3E}">
        <p14:creationId xmlns:p14="http://schemas.microsoft.com/office/powerpoint/2010/main" val="41143201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0BA79-D7EB-FD37-053D-A9E66EC0E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1CA7D-6FE5-2EB4-3AC8-C411741CB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7CED9-053A-1388-29F8-9E84F1D67DC2}"/>
              </a:ext>
            </a:extLst>
          </p:cNvPr>
          <p:cNvSpPr>
            <a:spLocks noGrp="1"/>
          </p:cNvSpPr>
          <p:nvPr>
            <p:ph type="body" idx="1"/>
          </p:nvPr>
        </p:nvSpPr>
        <p:spPr/>
        <p:txBody>
          <a:bodyPr/>
          <a:lstStyle/>
          <a:p>
            <a:r>
              <a:rPr lang="en-US" b="0" dirty="0"/>
              <a:t>We select the t3.small (both t3.small and t3.micro are eligible for the free tier. Will need to upgrade to the paid account to unlock more options, but this is sufficient for our demo)</a:t>
            </a:r>
          </a:p>
          <a:p>
            <a:r>
              <a:rPr lang="en-US" b="0" dirty="0"/>
              <a:t>You can also “Get advice” if you would like to upgrade</a:t>
            </a:r>
          </a:p>
        </p:txBody>
      </p:sp>
      <p:sp>
        <p:nvSpPr>
          <p:cNvPr id="4" name="Slide Number Placeholder 3">
            <a:extLst>
              <a:ext uri="{FF2B5EF4-FFF2-40B4-BE49-F238E27FC236}">
                <a16:creationId xmlns:a16="http://schemas.microsoft.com/office/drawing/2014/main" id="{FEAB213D-8829-9EB2-6B97-291686D8FECF}"/>
              </a:ext>
            </a:extLst>
          </p:cNvPr>
          <p:cNvSpPr>
            <a:spLocks noGrp="1"/>
          </p:cNvSpPr>
          <p:nvPr>
            <p:ph type="sldNum" sz="quarter" idx="5"/>
          </p:nvPr>
        </p:nvSpPr>
        <p:spPr/>
        <p:txBody>
          <a:bodyPr/>
          <a:lstStyle/>
          <a:p>
            <a:fld id="{2DED966B-B83F-4D2C-8636-F75FE052909A}" type="slidenum">
              <a:rPr lang="en-US" smtClean="0"/>
              <a:t>46</a:t>
            </a:fld>
            <a:endParaRPr lang="en-US"/>
          </a:p>
        </p:txBody>
      </p:sp>
    </p:spTree>
    <p:extLst>
      <p:ext uri="{BB962C8B-B14F-4D97-AF65-F5344CB8AC3E}">
        <p14:creationId xmlns:p14="http://schemas.microsoft.com/office/powerpoint/2010/main" val="1169740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AE474-7313-4A30-8832-9588D58398A9}"/>
              </a:ext>
            </a:extLst>
          </p:cNvPr>
          <p:cNvSpPr>
            <a:spLocks noGrp="1"/>
          </p:cNvSpPr>
          <p:nvPr>
            <p:ph type="ctrTitle"/>
          </p:nvPr>
        </p:nvSpPr>
        <p:spPr>
          <a:xfrm>
            <a:off x="1524000" y="1122364"/>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6C1232-B975-4583-A005-EC5F703F5A50}"/>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48DC68-A354-4369-BF6E-FFBF9ED66594}"/>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5" name="Footer Placeholder 4">
            <a:extLst>
              <a:ext uri="{FF2B5EF4-FFF2-40B4-BE49-F238E27FC236}">
                <a16:creationId xmlns:a16="http://schemas.microsoft.com/office/drawing/2014/main" id="{E35F69A5-D170-45EE-AA8F-57DF27895F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19D0D-753F-4D10-80DD-1F0F0A75389F}"/>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3825268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0256-B064-4B84-8F04-A95ADBE761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8CF184-84AA-43A5-8EFC-E15EAD50ED9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1A7ED-C20D-40E4-B042-A5B36CDA6C1D}"/>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5" name="Footer Placeholder 4">
            <a:extLst>
              <a:ext uri="{FF2B5EF4-FFF2-40B4-BE49-F238E27FC236}">
                <a16:creationId xmlns:a16="http://schemas.microsoft.com/office/drawing/2014/main" id="{581A3C59-B43E-4D67-89BB-145F36AAA7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2B4B27-DC53-4FE3-AB0A-A390343BCC96}"/>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1493476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D10B3-6F53-4B49-B238-1875D6D299C4}"/>
              </a:ext>
            </a:extLst>
          </p:cNvPr>
          <p:cNvSpPr>
            <a:spLocks noGrp="1"/>
          </p:cNvSpPr>
          <p:nvPr>
            <p:ph type="title"/>
          </p:nvPr>
        </p:nvSpPr>
        <p:spPr>
          <a:xfrm>
            <a:off x="831852"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5E55C6-C30C-431A-90F6-7BE8BC1C80EF}"/>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2DD6865-E7FE-4134-9992-36D282458A95}"/>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5" name="Footer Placeholder 4">
            <a:extLst>
              <a:ext uri="{FF2B5EF4-FFF2-40B4-BE49-F238E27FC236}">
                <a16:creationId xmlns:a16="http://schemas.microsoft.com/office/drawing/2014/main" id="{13BD4984-C25D-41FB-9B37-D8BAEF9680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12B651-BDC1-4057-9A58-65529DDE2E49}"/>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837262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42EC4-1BF4-4C0B-A8B0-10E3C06C2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BC8066-AFB4-479E-93B6-636A8F9C7B6E}"/>
              </a:ext>
            </a:extLst>
          </p:cNvPr>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44425E-2555-485C-A06C-08298D52B496}"/>
              </a:ext>
            </a:extLst>
          </p:cNvPr>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732D14-EC28-40DA-BA62-BB5B4CB17F3B}"/>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6" name="Footer Placeholder 5">
            <a:extLst>
              <a:ext uri="{FF2B5EF4-FFF2-40B4-BE49-F238E27FC236}">
                <a16:creationId xmlns:a16="http://schemas.microsoft.com/office/drawing/2014/main" id="{CA4AA410-60FA-45F3-8D5D-A8A8790D47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29AA4B-33AC-4F0D-85C6-D9043324C48F}"/>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753527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9B162-4E40-406D-B306-4811BECB748C}"/>
              </a:ext>
            </a:extLst>
          </p:cNvPr>
          <p:cNvSpPr>
            <a:spLocks noGrp="1"/>
          </p:cNvSpPr>
          <p:nvPr>
            <p:ph type="title"/>
          </p:nvPr>
        </p:nvSpPr>
        <p:spPr>
          <a:xfrm>
            <a:off x="839789"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0F7B1-CA1E-4783-A277-00DD461BA737}"/>
              </a:ext>
            </a:extLst>
          </p:cNvPr>
          <p:cNvSpPr>
            <a:spLocks noGrp="1"/>
          </p:cNvSpPr>
          <p:nvPr>
            <p:ph type="body" idx="1"/>
          </p:nvPr>
        </p:nvSpPr>
        <p:spPr>
          <a:xfrm>
            <a:off x="839789" y="1681164"/>
            <a:ext cx="5157787" cy="82391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D1F76B6-2CC5-4380-8E05-D34547495D73}"/>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B17E87-9E50-4AA8-BF0C-450C61DE577E}"/>
              </a:ext>
            </a:extLst>
          </p:cNvPr>
          <p:cNvSpPr>
            <a:spLocks noGrp="1"/>
          </p:cNvSpPr>
          <p:nvPr>
            <p:ph type="body" sz="quarter" idx="3"/>
          </p:nvPr>
        </p:nvSpPr>
        <p:spPr>
          <a:xfrm>
            <a:off x="6172202" y="1681164"/>
            <a:ext cx="5183188" cy="823912"/>
          </a:xfrm>
        </p:spPr>
        <p:txBody>
          <a:bodyPr anchor="b"/>
          <a:lstStyle>
            <a:lvl1pPr marL="0" indent="0">
              <a:buNone/>
              <a:defRPr sz="2400" b="1"/>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508E5BD-11D8-4030-B30C-3A012BC694C8}"/>
              </a:ext>
            </a:extLst>
          </p:cNvPr>
          <p:cNvSpPr>
            <a:spLocks noGrp="1"/>
          </p:cNvSpPr>
          <p:nvPr>
            <p:ph sz="quarter" idx="4"/>
          </p:nvPr>
        </p:nvSpPr>
        <p:spPr>
          <a:xfrm>
            <a:off x="6172202"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71D2D9-94AD-4831-A781-E368D247B397}"/>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8" name="Footer Placeholder 7">
            <a:extLst>
              <a:ext uri="{FF2B5EF4-FFF2-40B4-BE49-F238E27FC236}">
                <a16:creationId xmlns:a16="http://schemas.microsoft.com/office/drawing/2014/main" id="{3DED5FB6-D5EB-4D92-A52C-0129A690C3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DBB2A8-02B9-47DA-91CA-C77B6BC21D8E}"/>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860887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3C7D6-F511-4DF9-BA49-CEED53D552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C6E1A9-9A7C-45D7-8493-BEC3AD0CC952}"/>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4" name="Footer Placeholder 3">
            <a:extLst>
              <a:ext uri="{FF2B5EF4-FFF2-40B4-BE49-F238E27FC236}">
                <a16:creationId xmlns:a16="http://schemas.microsoft.com/office/drawing/2014/main" id="{3DD47065-F9AD-4655-A02E-A1375418D7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F49A1F-01D9-4AF8-BA6C-025307551E1E}"/>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23496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BCB20-0F16-49EE-891F-ED99E8285094}"/>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3" name="Footer Placeholder 2">
            <a:extLst>
              <a:ext uri="{FF2B5EF4-FFF2-40B4-BE49-F238E27FC236}">
                <a16:creationId xmlns:a16="http://schemas.microsoft.com/office/drawing/2014/main" id="{4D28B63A-D8AE-4A25-A864-157CC5D3AC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E6833-4B6B-4141-BCC7-43AB4670E03A}"/>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391807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C541A-DDC0-4EFD-ABDE-131725B74FCE}"/>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1B6B36-5E70-4494-8A39-9AEF1933D8D5}"/>
              </a:ext>
            </a:extLst>
          </p:cNvPr>
          <p:cNvSpPr>
            <a:spLocks noGrp="1"/>
          </p:cNvSpPr>
          <p:nvPr>
            <p:ph idx="1"/>
          </p:nvPr>
        </p:nvSpPr>
        <p:spPr>
          <a:xfrm>
            <a:off x="5183188" y="987426"/>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53B5A5-A098-414E-A7A6-BE53E9BBB6C0}"/>
              </a:ext>
            </a:extLst>
          </p:cNvPr>
          <p:cNvSpPr>
            <a:spLocks noGrp="1"/>
          </p:cNvSpPr>
          <p:nvPr>
            <p:ph type="body" sz="half" idx="2"/>
          </p:nvPr>
        </p:nvSpPr>
        <p:spPr>
          <a:xfrm>
            <a:off x="839790" y="2057400"/>
            <a:ext cx="3932236" cy="3811588"/>
          </a:xfr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F5A0E24-389A-46F6-B399-1A02F19E201E}"/>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6" name="Footer Placeholder 5">
            <a:extLst>
              <a:ext uri="{FF2B5EF4-FFF2-40B4-BE49-F238E27FC236}">
                <a16:creationId xmlns:a16="http://schemas.microsoft.com/office/drawing/2014/main" id="{63B54D6F-C345-4216-BA00-58569703D8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520FE8-BEA7-43F3-9BA1-7028BDE194FA}"/>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1235438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E19A-195D-4936-9A5E-1C815E157EC1}"/>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0DEABB-BE7C-40C1-8D2D-BE8605C5B1A2}"/>
              </a:ext>
            </a:extLst>
          </p:cNvPr>
          <p:cNvSpPr>
            <a:spLocks noGrp="1"/>
          </p:cNvSpPr>
          <p:nvPr>
            <p:ph type="pic" idx="1"/>
          </p:nvPr>
        </p:nvSpPr>
        <p:spPr>
          <a:xfrm>
            <a:off x="5183188" y="987426"/>
            <a:ext cx="6172201" cy="4873625"/>
          </a:xfrm>
        </p:spPr>
        <p:txBody>
          <a:bodyPr/>
          <a:lstStyle>
            <a:lvl1pPr marL="0" indent="0">
              <a:buNone/>
              <a:defRPr sz="3200"/>
            </a:lvl1pPr>
            <a:lvl2pPr marL="457189" indent="0">
              <a:buNone/>
              <a:defRPr sz="2800"/>
            </a:lvl2pPr>
            <a:lvl3pPr marL="914378" indent="0">
              <a:buNone/>
              <a:defRPr sz="2400"/>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2A0271D3-F74B-44E7-ADB3-B87F1DC1CA9C}"/>
              </a:ext>
            </a:extLst>
          </p:cNvPr>
          <p:cNvSpPr>
            <a:spLocks noGrp="1"/>
          </p:cNvSpPr>
          <p:nvPr>
            <p:ph type="body" sz="half" idx="2"/>
          </p:nvPr>
        </p:nvSpPr>
        <p:spPr>
          <a:xfrm>
            <a:off x="839790" y="2057400"/>
            <a:ext cx="3932236" cy="3811588"/>
          </a:xfrm>
        </p:spPr>
        <p:txBody>
          <a:bodyPr/>
          <a:lstStyle>
            <a:lvl1pPr marL="0" indent="0">
              <a:buNone/>
              <a:defRPr sz="1600"/>
            </a:lvl1pPr>
            <a:lvl2pPr marL="457189" indent="0">
              <a:buNone/>
              <a:defRPr sz="1400"/>
            </a:lvl2pPr>
            <a:lvl3pPr marL="914378" indent="0">
              <a:buNone/>
              <a:defRPr sz="1200"/>
            </a:lvl3pPr>
            <a:lvl4pPr marL="1371566" indent="0">
              <a:buNone/>
              <a:defRPr sz="1000"/>
            </a:lvl4pPr>
            <a:lvl5pPr marL="1828754" indent="0">
              <a:buNone/>
              <a:defRPr sz="1000"/>
            </a:lvl5pPr>
            <a:lvl6pPr marL="2285943" indent="0">
              <a:buNone/>
              <a:defRPr sz="1000"/>
            </a:lvl6pPr>
            <a:lvl7pPr marL="2743132"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3BD34D-7FDD-410F-B0DE-BB2E6319ADBD}"/>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6" name="Footer Placeholder 5">
            <a:extLst>
              <a:ext uri="{FF2B5EF4-FFF2-40B4-BE49-F238E27FC236}">
                <a16:creationId xmlns:a16="http://schemas.microsoft.com/office/drawing/2014/main" id="{63AA45FE-D940-408D-B59C-962D04BC1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73A0F7-4140-479A-9C5F-67438912D421}"/>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107231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832E5-D247-4F81-8FAC-7963D72B22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6111F5-E345-49C8-A4A8-0745278B14D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D00AB-4223-4C80-B91C-F4084E7DCE03}"/>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5" name="Footer Placeholder 4">
            <a:extLst>
              <a:ext uri="{FF2B5EF4-FFF2-40B4-BE49-F238E27FC236}">
                <a16:creationId xmlns:a16="http://schemas.microsoft.com/office/drawing/2014/main" id="{37CE9D51-79E2-40CB-B557-F3BE04FE1D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B3DB9-E997-4538-BDC9-E84B3CEB82D6}"/>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1043626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0402C8-C918-4857-9BF9-AC997B460750}"/>
              </a:ext>
            </a:extLst>
          </p:cNvPr>
          <p:cNvSpPr>
            <a:spLocks noGrp="1"/>
          </p:cNvSpPr>
          <p:nvPr>
            <p:ph type="title" orient="vert"/>
          </p:nvPr>
        </p:nvSpPr>
        <p:spPr>
          <a:xfrm>
            <a:off x="8724899" y="365126"/>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C8420C-636A-4C63-8009-AF8487D0E74F}"/>
              </a:ext>
            </a:extLst>
          </p:cNvPr>
          <p:cNvSpPr>
            <a:spLocks noGrp="1"/>
          </p:cNvSpPr>
          <p:nvPr>
            <p:ph type="body" orient="vert" idx="1"/>
          </p:nvPr>
        </p:nvSpPr>
        <p:spPr>
          <a:xfrm>
            <a:off x="838199" y="365126"/>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143C9D-C6F4-4B23-B298-3CF42329307C}"/>
              </a:ext>
            </a:extLst>
          </p:cNvPr>
          <p:cNvSpPr>
            <a:spLocks noGrp="1"/>
          </p:cNvSpPr>
          <p:nvPr>
            <p:ph type="dt" sz="half" idx="10"/>
          </p:nvPr>
        </p:nvSpPr>
        <p:spPr/>
        <p:txBody>
          <a:bodyPr/>
          <a:lstStyle/>
          <a:p>
            <a:fld id="{025C604B-1EB0-47C9-A8AB-61BAC4848085}" type="datetimeFigureOut">
              <a:rPr lang="en-US" smtClean="0"/>
              <a:t>9/23/2026</a:t>
            </a:fld>
            <a:endParaRPr lang="en-US"/>
          </a:p>
        </p:txBody>
      </p:sp>
      <p:sp>
        <p:nvSpPr>
          <p:cNvPr id="5" name="Footer Placeholder 4">
            <a:extLst>
              <a:ext uri="{FF2B5EF4-FFF2-40B4-BE49-F238E27FC236}">
                <a16:creationId xmlns:a16="http://schemas.microsoft.com/office/drawing/2014/main" id="{6D0D2E1F-1E6A-49C5-AF66-286D014C02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8DBFA-6ECD-4DCB-AAA3-A5A17F7DC9D9}"/>
              </a:ext>
            </a:extLst>
          </p:cNvPr>
          <p:cNvSpPr>
            <a:spLocks noGrp="1"/>
          </p:cNvSpPr>
          <p:nvPr>
            <p:ph type="sldNum" sz="quarter" idx="12"/>
          </p:nvPr>
        </p:nvSpPr>
        <p:spPr/>
        <p:txBody>
          <a:bodyPr/>
          <a:lstStyle/>
          <a:p>
            <a:fld id="{C66BB0B7-EE07-4076-8FD1-B1BD8D8D018D}" type="slidenum">
              <a:rPr lang="en-US" smtClean="0"/>
              <a:t>‹#›</a:t>
            </a:fld>
            <a:endParaRPr lang="en-US"/>
          </a:p>
        </p:txBody>
      </p:sp>
    </p:spTree>
    <p:extLst>
      <p:ext uri="{BB962C8B-B14F-4D97-AF65-F5344CB8AC3E}">
        <p14:creationId xmlns:p14="http://schemas.microsoft.com/office/powerpoint/2010/main" val="874140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6B3BD0-F19C-4421-8C85-059B2FCC02D6}"/>
              </a:ext>
            </a:extLst>
          </p:cNvPr>
          <p:cNvSpPr>
            <a:spLocks noGrp="1"/>
          </p:cNvSpPr>
          <p:nvPr>
            <p:ph type="title"/>
          </p:nvPr>
        </p:nvSpPr>
        <p:spPr>
          <a:xfrm>
            <a:off x="838202"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F1208D-5207-4C60-ACCC-DD33E88F4F2B}"/>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15B310-9042-459C-92EA-3FEA9B29AE57}"/>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C604B-1EB0-47C9-A8AB-61BAC4848085}" type="datetimeFigureOut">
              <a:rPr lang="en-US" smtClean="0"/>
              <a:t>9/23/2026</a:t>
            </a:fld>
            <a:endParaRPr lang="en-US"/>
          </a:p>
        </p:txBody>
      </p:sp>
      <p:sp>
        <p:nvSpPr>
          <p:cNvPr id="5" name="Footer Placeholder 4">
            <a:extLst>
              <a:ext uri="{FF2B5EF4-FFF2-40B4-BE49-F238E27FC236}">
                <a16:creationId xmlns:a16="http://schemas.microsoft.com/office/drawing/2014/main" id="{783ED399-D698-4EBE-8B8B-DA43B0F4822C}"/>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1E996B-08D2-4AAB-9D00-10C2457DB817}"/>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6BB0B7-EE07-4076-8FD1-B1BD8D8D018D}" type="slidenum">
              <a:rPr lang="en-US" smtClean="0"/>
              <a:t>‹#›</a:t>
            </a:fld>
            <a:endParaRPr lang="en-US"/>
          </a:p>
        </p:txBody>
      </p:sp>
    </p:spTree>
    <p:extLst>
      <p:ext uri="{BB962C8B-B14F-4D97-AF65-F5344CB8AC3E}">
        <p14:creationId xmlns:p14="http://schemas.microsoft.com/office/powerpoint/2010/main" val="3397932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hyperlink" Target="https://github.com/lbl59/ewrs-hpc-demo-fa26.gi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0.jp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jp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BB63C1-A8EB-4A2D-AEC9-032E23C85579}"/>
              </a:ext>
            </a:extLst>
          </p:cNvPr>
          <p:cNvSpPr/>
          <p:nvPr/>
        </p:nvSpPr>
        <p:spPr>
          <a:xfrm>
            <a:off x="0" y="2084439"/>
            <a:ext cx="12192000" cy="167579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D20496-1C05-4928-B7D9-69AC4D00CDA2}"/>
              </a:ext>
            </a:extLst>
          </p:cNvPr>
          <p:cNvSpPr/>
          <p:nvPr/>
        </p:nvSpPr>
        <p:spPr>
          <a:xfrm>
            <a:off x="5249008" y="699617"/>
            <a:ext cx="131884" cy="15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BB54FBD-EFFD-46D8-9CB7-B5B88BC09010}"/>
              </a:ext>
            </a:extLst>
          </p:cNvPr>
          <p:cNvSpPr txBox="1">
            <a:spLocks/>
          </p:cNvSpPr>
          <p:nvPr/>
        </p:nvSpPr>
        <p:spPr>
          <a:xfrm>
            <a:off x="146353" y="2221668"/>
            <a:ext cx="11899293" cy="14494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n-US" sz="36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Introduction to High-Performance Computing for Research Applications (Tutorial)</a:t>
            </a:r>
          </a:p>
        </p:txBody>
      </p:sp>
      <p:sp>
        <p:nvSpPr>
          <p:cNvPr id="3" name="TextBox 2">
            <a:extLst>
              <a:ext uri="{FF2B5EF4-FFF2-40B4-BE49-F238E27FC236}">
                <a16:creationId xmlns:a16="http://schemas.microsoft.com/office/drawing/2014/main" id="{F783F84B-5BE4-3C81-4A37-178009227671}"/>
              </a:ext>
            </a:extLst>
          </p:cNvPr>
          <p:cNvSpPr txBox="1"/>
          <p:nvPr/>
        </p:nvSpPr>
        <p:spPr>
          <a:xfrm>
            <a:off x="594591" y="5124027"/>
            <a:ext cx="7968343" cy="1292662"/>
          </a:xfrm>
          <a:prstGeom prst="rect">
            <a:avLst/>
          </a:prstGeom>
          <a:noFill/>
        </p:spPr>
        <p:txBody>
          <a:bodyPr wrap="square" rtlCol="0">
            <a:spAutoFit/>
          </a:bodyPr>
          <a:lstStyle/>
          <a:p>
            <a:r>
              <a:rPr lang="en-US" sz="2600" dirty="0">
                <a:solidFill>
                  <a:schemeClr val="bg1">
                    <a:lumMod val="65000"/>
                  </a:schemeClr>
                </a:solidFill>
                <a:latin typeface="Microsoft JhengHei" panose="020B0604030504040204" pitchFamily="34" charset="-120"/>
                <a:ea typeface="Microsoft JhengHei" panose="020B0604030504040204" pitchFamily="34" charset="-120"/>
              </a:rPr>
              <a:t>EWRS Seminar Fall 2026</a:t>
            </a:r>
          </a:p>
          <a:p>
            <a:r>
              <a:rPr lang="en-US" sz="2600" dirty="0">
                <a:solidFill>
                  <a:schemeClr val="bg1">
                    <a:lumMod val="65000"/>
                  </a:schemeClr>
                </a:solidFill>
                <a:latin typeface="Microsoft JhengHei" panose="020B0604030504040204" pitchFamily="34" charset="-120"/>
                <a:ea typeface="Microsoft JhengHei" panose="020B0604030504040204" pitchFamily="34" charset="-120"/>
              </a:rPr>
              <a:t>September 24</a:t>
            </a:r>
            <a:r>
              <a:rPr lang="en-US" sz="2600" baseline="30000" dirty="0">
                <a:solidFill>
                  <a:schemeClr val="bg1">
                    <a:lumMod val="65000"/>
                  </a:schemeClr>
                </a:solidFill>
                <a:latin typeface="Microsoft JhengHei" panose="020B0604030504040204" pitchFamily="34" charset="-120"/>
                <a:ea typeface="Microsoft JhengHei" panose="020B0604030504040204" pitchFamily="34" charset="-120"/>
              </a:rPr>
              <a:t>th</a:t>
            </a:r>
            <a:r>
              <a:rPr lang="en-US" sz="2600" dirty="0">
                <a:solidFill>
                  <a:schemeClr val="bg1">
                    <a:lumMod val="65000"/>
                  </a:schemeClr>
                </a:solidFill>
                <a:latin typeface="Microsoft JhengHei" panose="020B0604030504040204" pitchFamily="34" charset="-120"/>
                <a:ea typeface="Microsoft JhengHei" panose="020B0604030504040204" pitchFamily="34" charset="-120"/>
              </a:rPr>
              <a:t> 2026</a:t>
            </a:r>
          </a:p>
          <a:p>
            <a:r>
              <a:rPr lang="en-US" sz="2600" dirty="0">
                <a:solidFill>
                  <a:schemeClr val="bg1">
                    <a:lumMod val="65000"/>
                  </a:schemeClr>
                </a:solidFill>
                <a:latin typeface="Microsoft JhengHei" panose="020B0604030504040204" pitchFamily="34" charset="-120"/>
                <a:ea typeface="Microsoft JhengHei" panose="020B0604030504040204" pitchFamily="34" charset="-120"/>
              </a:rPr>
              <a:t>Trevor Amestoy | Lillian Lau</a:t>
            </a:r>
          </a:p>
        </p:txBody>
      </p:sp>
      <p:pic>
        <p:nvPicPr>
          <p:cNvPr id="5" name="Picture 4" descr="A red circle with text and a shield with a book&#10;&#10;Description automatically generated">
            <a:extLst>
              <a:ext uri="{FF2B5EF4-FFF2-40B4-BE49-F238E27FC236}">
                <a16:creationId xmlns:a16="http://schemas.microsoft.com/office/drawing/2014/main" id="{EE143DDD-ECC7-ECF0-0EFA-C8D3FF044D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Tree>
    <p:extLst>
      <p:ext uri="{BB962C8B-B14F-4D97-AF65-F5344CB8AC3E}">
        <p14:creationId xmlns:p14="http://schemas.microsoft.com/office/powerpoint/2010/main" val="230884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BB63C1-A8EB-4A2D-AEC9-032E23C85579}"/>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BB54FBD-EFFD-46D8-9CB7-B5B88BC09010}"/>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Learning goals</a:t>
            </a:r>
          </a:p>
        </p:txBody>
      </p:sp>
      <p:pic>
        <p:nvPicPr>
          <p:cNvPr id="3" name="Picture 2" descr="A red circle with text and a shield with a book&#10;&#10;Description automatically generated">
            <a:extLst>
              <a:ext uri="{FF2B5EF4-FFF2-40B4-BE49-F238E27FC236}">
                <a16:creationId xmlns:a16="http://schemas.microsoft.com/office/drawing/2014/main" id="{94E67C7C-BAE7-B36A-5050-F12F850B11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grpSp>
        <p:nvGrpSpPr>
          <p:cNvPr id="10" name="Group 9">
            <a:extLst>
              <a:ext uri="{FF2B5EF4-FFF2-40B4-BE49-F238E27FC236}">
                <a16:creationId xmlns:a16="http://schemas.microsoft.com/office/drawing/2014/main" id="{2F7CBDFA-4FB3-C5AA-A041-7FC718235FAB}"/>
              </a:ext>
            </a:extLst>
          </p:cNvPr>
          <p:cNvGrpSpPr/>
          <p:nvPr/>
        </p:nvGrpSpPr>
        <p:grpSpPr>
          <a:xfrm>
            <a:off x="528550" y="3006966"/>
            <a:ext cx="10543594" cy="685800"/>
            <a:chOff x="587828" y="1856793"/>
            <a:chExt cx="10543594" cy="685800"/>
          </a:xfrm>
        </p:grpSpPr>
        <p:sp>
          <p:nvSpPr>
            <p:cNvPr id="11" name="TextBox 10">
              <a:extLst>
                <a:ext uri="{FF2B5EF4-FFF2-40B4-BE49-F238E27FC236}">
                  <a16:creationId xmlns:a16="http://schemas.microsoft.com/office/drawing/2014/main" id="{563C2D03-89A8-2DC6-9075-1AB71513FBEB}"/>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Connecting to your instance via VS Code</a:t>
              </a:r>
            </a:p>
          </p:txBody>
        </p:sp>
        <p:grpSp>
          <p:nvGrpSpPr>
            <p:cNvPr id="12" name="Group 11">
              <a:extLst>
                <a:ext uri="{FF2B5EF4-FFF2-40B4-BE49-F238E27FC236}">
                  <a16:creationId xmlns:a16="http://schemas.microsoft.com/office/drawing/2014/main" id="{3D03A2DB-3ABC-7135-4E5E-C06FE466383B}"/>
                </a:ext>
              </a:extLst>
            </p:cNvPr>
            <p:cNvGrpSpPr/>
            <p:nvPr/>
          </p:nvGrpSpPr>
          <p:grpSpPr>
            <a:xfrm>
              <a:off x="587828" y="1856793"/>
              <a:ext cx="685800" cy="685800"/>
              <a:chOff x="475861" y="1763486"/>
              <a:chExt cx="685800" cy="685800"/>
            </a:xfrm>
          </p:grpSpPr>
          <p:sp>
            <p:nvSpPr>
              <p:cNvPr id="13" name="Oval 12">
                <a:extLst>
                  <a:ext uri="{FF2B5EF4-FFF2-40B4-BE49-F238E27FC236}">
                    <a16:creationId xmlns:a16="http://schemas.microsoft.com/office/drawing/2014/main" id="{F0572B7A-B245-8821-ACF1-2296BAF11372}"/>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D837F52-9CA4-8E97-A3A6-8C56BE5720CE}"/>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2</a:t>
                </a:r>
              </a:p>
            </p:txBody>
          </p:sp>
        </p:grpSp>
      </p:grpSp>
      <p:grpSp>
        <p:nvGrpSpPr>
          <p:cNvPr id="25" name="Group 24">
            <a:extLst>
              <a:ext uri="{FF2B5EF4-FFF2-40B4-BE49-F238E27FC236}">
                <a16:creationId xmlns:a16="http://schemas.microsoft.com/office/drawing/2014/main" id="{778114E4-E46D-39E9-C235-72C4E288FDDF}"/>
              </a:ext>
            </a:extLst>
          </p:cNvPr>
          <p:cNvGrpSpPr/>
          <p:nvPr/>
        </p:nvGrpSpPr>
        <p:grpSpPr>
          <a:xfrm>
            <a:off x="528550" y="1990439"/>
            <a:ext cx="10543594" cy="685800"/>
            <a:chOff x="587828" y="1856793"/>
            <a:chExt cx="10543594" cy="685800"/>
          </a:xfrm>
        </p:grpSpPr>
        <p:sp>
          <p:nvSpPr>
            <p:cNvPr id="26" name="TextBox 25">
              <a:extLst>
                <a:ext uri="{FF2B5EF4-FFF2-40B4-BE49-F238E27FC236}">
                  <a16:creationId xmlns:a16="http://schemas.microsoft.com/office/drawing/2014/main" id="{27BDD048-30DC-79D7-F7B9-6D38974ABCAF}"/>
                </a:ext>
              </a:extLst>
            </p:cNvPr>
            <p:cNvSpPr txBox="1"/>
            <p:nvPr/>
          </p:nvSpPr>
          <p:spPr>
            <a:xfrm>
              <a:off x="1653336" y="1909677"/>
              <a:ext cx="9478086" cy="553998"/>
            </a:xfrm>
            <a:prstGeom prst="rect">
              <a:avLst/>
            </a:prstGeom>
            <a:noFill/>
          </p:spPr>
          <p:txBody>
            <a:bodyPr wrap="square" rtlCol="0">
              <a:spAutoFit/>
            </a:bodyPr>
            <a:lstStyle/>
            <a:p>
              <a:r>
                <a:rPr lang="en-US" sz="3000" dirty="0">
                  <a:latin typeface="Aptos" panose="020B0004020202020204" pitchFamily="34" charset="0"/>
                </a:rPr>
                <a:t>Getting set up on Amazon AWS Cloud </a:t>
              </a:r>
            </a:p>
          </p:txBody>
        </p:sp>
        <p:grpSp>
          <p:nvGrpSpPr>
            <p:cNvPr id="27" name="Group 26">
              <a:extLst>
                <a:ext uri="{FF2B5EF4-FFF2-40B4-BE49-F238E27FC236}">
                  <a16:creationId xmlns:a16="http://schemas.microsoft.com/office/drawing/2014/main" id="{1642FFC6-7706-E268-DFC6-7D847F05666A}"/>
                </a:ext>
              </a:extLst>
            </p:cNvPr>
            <p:cNvGrpSpPr/>
            <p:nvPr/>
          </p:nvGrpSpPr>
          <p:grpSpPr>
            <a:xfrm>
              <a:off x="587828" y="1856793"/>
              <a:ext cx="685800" cy="685800"/>
              <a:chOff x="475861" y="1763486"/>
              <a:chExt cx="685800" cy="685800"/>
            </a:xfrm>
          </p:grpSpPr>
          <p:sp>
            <p:nvSpPr>
              <p:cNvPr id="28" name="Oval 27">
                <a:extLst>
                  <a:ext uri="{FF2B5EF4-FFF2-40B4-BE49-F238E27FC236}">
                    <a16:creationId xmlns:a16="http://schemas.microsoft.com/office/drawing/2014/main" id="{93B9150B-E718-CA21-D1D4-88872719F87A}"/>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362B599-6210-3FAD-FF76-6234B1E20E96}"/>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1</a:t>
                </a:r>
              </a:p>
            </p:txBody>
          </p:sp>
        </p:grpSp>
      </p:grpSp>
      <p:grpSp>
        <p:nvGrpSpPr>
          <p:cNvPr id="4" name="Group 3">
            <a:extLst>
              <a:ext uri="{FF2B5EF4-FFF2-40B4-BE49-F238E27FC236}">
                <a16:creationId xmlns:a16="http://schemas.microsoft.com/office/drawing/2014/main" id="{FE138B82-AEF2-78C3-53EC-83A90D61A1D7}"/>
              </a:ext>
            </a:extLst>
          </p:cNvPr>
          <p:cNvGrpSpPr/>
          <p:nvPr/>
        </p:nvGrpSpPr>
        <p:grpSpPr>
          <a:xfrm>
            <a:off x="528550" y="4097905"/>
            <a:ext cx="10543594" cy="685800"/>
            <a:chOff x="587828" y="1856793"/>
            <a:chExt cx="10543594" cy="685800"/>
          </a:xfrm>
        </p:grpSpPr>
        <p:sp>
          <p:nvSpPr>
            <p:cNvPr id="5" name="TextBox 4">
              <a:extLst>
                <a:ext uri="{FF2B5EF4-FFF2-40B4-BE49-F238E27FC236}">
                  <a16:creationId xmlns:a16="http://schemas.microsoft.com/office/drawing/2014/main" id="{E15FB945-917E-F112-46FE-0BB90682A59D}"/>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Demo: The Mandelbrot Set</a:t>
              </a:r>
            </a:p>
          </p:txBody>
        </p:sp>
        <p:grpSp>
          <p:nvGrpSpPr>
            <p:cNvPr id="6" name="Group 5">
              <a:extLst>
                <a:ext uri="{FF2B5EF4-FFF2-40B4-BE49-F238E27FC236}">
                  <a16:creationId xmlns:a16="http://schemas.microsoft.com/office/drawing/2014/main" id="{A40693E8-976D-07CE-4350-4A8F2C79F3CE}"/>
                </a:ext>
              </a:extLst>
            </p:cNvPr>
            <p:cNvGrpSpPr/>
            <p:nvPr/>
          </p:nvGrpSpPr>
          <p:grpSpPr>
            <a:xfrm>
              <a:off x="587828" y="1856793"/>
              <a:ext cx="685800" cy="685800"/>
              <a:chOff x="475861" y="1763486"/>
              <a:chExt cx="685800" cy="685800"/>
            </a:xfrm>
          </p:grpSpPr>
          <p:sp>
            <p:nvSpPr>
              <p:cNvPr id="7" name="Oval 6">
                <a:extLst>
                  <a:ext uri="{FF2B5EF4-FFF2-40B4-BE49-F238E27FC236}">
                    <a16:creationId xmlns:a16="http://schemas.microsoft.com/office/drawing/2014/main" id="{F8CAB79A-8DBF-4B6B-305C-1B6D165DA4FD}"/>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602A9A0-8943-ECB0-FFF5-B42A211F6AF6}"/>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3</a:t>
                </a:r>
              </a:p>
            </p:txBody>
          </p:sp>
        </p:grpSp>
      </p:grpSp>
      <p:grpSp>
        <p:nvGrpSpPr>
          <p:cNvPr id="15" name="Group 14">
            <a:extLst>
              <a:ext uri="{FF2B5EF4-FFF2-40B4-BE49-F238E27FC236}">
                <a16:creationId xmlns:a16="http://schemas.microsoft.com/office/drawing/2014/main" id="{78C01A96-0329-72DD-E827-D172628AE3E0}"/>
              </a:ext>
            </a:extLst>
          </p:cNvPr>
          <p:cNvGrpSpPr/>
          <p:nvPr/>
        </p:nvGrpSpPr>
        <p:grpSpPr>
          <a:xfrm>
            <a:off x="528550" y="5098940"/>
            <a:ext cx="10543594" cy="685800"/>
            <a:chOff x="587828" y="1856793"/>
            <a:chExt cx="10543594" cy="685800"/>
          </a:xfrm>
        </p:grpSpPr>
        <p:sp>
          <p:nvSpPr>
            <p:cNvPr id="16" name="TextBox 15">
              <a:extLst>
                <a:ext uri="{FF2B5EF4-FFF2-40B4-BE49-F238E27FC236}">
                  <a16:creationId xmlns:a16="http://schemas.microsoft.com/office/drawing/2014/main" id="{A370EF7B-1B01-CD0B-D495-8CE3E7416540}"/>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HPC Resources</a:t>
              </a:r>
            </a:p>
          </p:txBody>
        </p:sp>
        <p:grpSp>
          <p:nvGrpSpPr>
            <p:cNvPr id="17" name="Group 16">
              <a:extLst>
                <a:ext uri="{FF2B5EF4-FFF2-40B4-BE49-F238E27FC236}">
                  <a16:creationId xmlns:a16="http://schemas.microsoft.com/office/drawing/2014/main" id="{1921C195-811F-F925-B30F-1A04F8F2DC9C}"/>
                </a:ext>
              </a:extLst>
            </p:cNvPr>
            <p:cNvGrpSpPr/>
            <p:nvPr/>
          </p:nvGrpSpPr>
          <p:grpSpPr>
            <a:xfrm>
              <a:off x="587828" y="1856793"/>
              <a:ext cx="685800" cy="685800"/>
              <a:chOff x="475861" y="1763486"/>
              <a:chExt cx="685800" cy="685800"/>
            </a:xfrm>
          </p:grpSpPr>
          <p:sp>
            <p:nvSpPr>
              <p:cNvPr id="18" name="Oval 17">
                <a:extLst>
                  <a:ext uri="{FF2B5EF4-FFF2-40B4-BE49-F238E27FC236}">
                    <a16:creationId xmlns:a16="http://schemas.microsoft.com/office/drawing/2014/main" id="{7FD9DDFB-A8C4-7CAE-95E5-324204E2ACB7}"/>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9C87683-CDF9-289E-F202-6CC661D2DDA6}"/>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4</a:t>
                </a:r>
              </a:p>
            </p:txBody>
          </p:sp>
        </p:grpSp>
      </p:grpSp>
    </p:spTree>
    <p:extLst>
      <p:ext uri="{BB962C8B-B14F-4D97-AF65-F5344CB8AC3E}">
        <p14:creationId xmlns:p14="http://schemas.microsoft.com/office/powerpoint/2010/main" val="3649495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C0AB1-90BC-C498-536D-80FD6C07CCB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33B644D-0522-8A97-1F7C-2078B6720679}"/>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9041E87-800D-2C32-1090-AD3F3C3BD85A}"/>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Learning goals</a:t>
            </a:r>
          </a:p>
        </p:txBody>
      </p:sp>
      <p:pic>
        <p:nvPicPr>
          <p:cNvPr id="3" name="Picture 2" descr="A red circle with text and a shield with a book&#10;&#10;Description automatically generated">
            <a:extLst>
              <a:ext uri="{FF2B5EF4-FFF2-40B4-BE49-F238E27FC236}">
                <a16:creationId xmlns:a16="http://schemas.microsoft.com/office/drawing/2014/main" id="{5D2811C0-5C07-CB47-8635-C61D8FEDE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grpSp>
        <p:nvGrpSpPr>
          <p:cNvPr id="10" name="Group 9">
            <a:extLst>
              <a:ext uri="{FF2B5EF4-FFF2-40B4-BE49-F238E27FC236}">
                <a16:creationId xmlns:a16="http://schemas.microsoft.com/office/drawing/2014/main" id="{1EB0DA58-E9CE-CA69-7909-0D4A48285751}"/>
              </a:ext>
            </a:extLst>
          </p:cNvPr>
          <p:cNvGrpSpPr/>
          <p:nvPr/>
        </p:nvGrpSpPr>
        <p:grpSpPr>
          <a:xfrm>
            <a:off x="528550" y="3006966"/>
            <a:ext cx="10543594" cy="685800"/>
            <a:chOff x="587828" y="1856793"/>
            <a:chExt cx="10543594" cy="685800"/>
          </a:xfrm>
        </p:grpSpPr>
        <p:sp>
          <p:nvSpPr>
            <p:cNvPr id="11" name="TextBox 10">
              <a:extLst>
                <a:ext uri="{FF2B5EF4-FFF2-40B4-BE49-F238E27FC236}">
                  <a16:creationId xmlns:a16="http://schemas.microsoft.com/office/drawing/2014/main" id="{615702C5-0704-0C9A-F2DD-FC7DABD9296E}"/>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Connecting to your instance via VS Code</a:t>
              </a:r>
            </a:p>
          </p:txBody>
        </p:sp>
        <p:grpSp>
          <p:nvGrpSpPr>
            <p:cNvPr id="12" name="Group 11">
              <a:extLst>
                <a:ext uri="{FF2B5EF4-FFF2-40B4-BE49-F238E27FC236}">
                  <a16:creationId xmlns:a16="http://schemas.microsoft.com/office/drawing/2014/main" id="{8C11DED3-8C4A-B4F7-5291-FF56C4AFC496}"/>
                </a:ext>
              </a:extLst>
            </p:cNvPr>
            <p:cNvGrpSpPr/>
            <p:nvPr/>
          </p:nvGrpSpPr>
          <p:grpSpPr>
            <a:xfrm>
              <a:off x="587828" y="1856793"/>
              <a:ext cx="685800" cy="685800"/>
              <a:chOff x="475861" y="1763486"/>
              <a:chExt cx="685800" cy="685800"/>
            </a:xfrm>
          </p:grpSpPr>
          <p:sp>
            <p:nvSpPr>
              <p:cNvPr id="13" name="Oval 12">
                <a:extLst>
                  <a:ext uri="{FF2B5EF4-FFF2-40B4-BE49-F238E27FC236}">
                    <a16:creationId xmlns:a16="http://schemas.microsoft.com/office/drawing/2014/main" id="{32D905A4-4CE0-0C7E-FE5B-03122F911DF1}"/>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94CDC0-571B-27AD-A640-0D8E4956786C}"/>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2</a:t>
                </a:r>
              </a:p>
            </p:txBody>
          </p:sp>
        </p:grpSp>
      </p:grpSp>
      <p:grpSp>
        <p:nvGrpSpPr>
          <p:cNvPr id="25" name="Group 24">
            <a:extLst>
              <a:ext uri="{FF2B5EF4-FFF2-40B4-BE49-F238E27FC236}">
                <a16:creationId xmlns:a16="http://schemas.microsoft.com/office/drawing/2014/main" id="{E00F42DF-13D0-9916-A618-73B482E50535}"/>
              </a:ext>
            </a:extLst>
          </p:cNvPr>
          <p:cNvGrpSpPr/>
          <p:nvPr/>
        </p:nvGrpSpPr>
        <p:grpSpPr>
          <a:xfrm>
            <a:off x="528550" y="1990439"/>
            <a:ext cx="10543594" cy="685800"/>
            <a:chOff x="587828" y="1856793"/>
            <a:chExt cx="10543594" cy="685800"/>
          </a:xfrm>
        </p:grpSpPr>
        <p:sp>
          <p:nvSpPr>
            <p:cNvPr id="26" name="TextBox 25">
              <a:extLst>
                <a:ext uri="{FF2B5EF4-FFF2-40B4-BE49-F238E27FC236}">
                  <a16:creationId xmlns:a16="http://schemas.microsoft.com/office/drawing/2014/main" id="{A85E9DB1-7F98-7B83-8DB2-8775ACA20101}"/>
                </a:ext>
              </a:extLst>
            </p:cNvPr>
            <p:cNvSpPr txBox="1"/>
            <p:nvPr/>
          </p:nvSpPr>
          <p:spPr>
            <a:xfrm>
              <a:off x="1653336" y="1909677"/>
              <a:ext cx="9478086" cy="553998"/>
            </a:xfrm>
            <a:prstGeom prst="rect">
              <a:avLst/>
            </a:prstGeom>
            <a:noFill/>
          </p:spPr>
          <p:txBody>
            <a:bodyPr wrap="square" rtlCol="0">
              <a:spAutoFit/>
            </a:bodyPr>
            <a:lstStyle/>
            <a:p>
              <a:r>
                <a:rPr lang="en-US" sz="3000" dirty="0">
                  <a:latin typeface="Aptos" panose="020B0004020202020204" pitchFamily="34" charset="0"/>
                </a:rPr>
                <a:t>Getting set up on Amazon AWS Cloud </a:t>
              </a:r>
            </a:p>
          </p:txBody>
        </p:sp>
        <p:grpSp>
          <p:nvGrpSpPr>
            <p:cNvPr id="27" name="Group 26">
              <a:extLst>
                <a:ext uri="{FF2B5EF4-FFF2-40B4-BE49-F238E27FC236}">
                  <a16:creationId xmlns:a16="http://schemas.microsoft.com/office/drawing/2014/main" id="{1F8F88C2-BB58-C943-A0F2-E7339ABCAC9C}"/>
                </a:ext>
              </a:extLst>
            </p:cNvPr>
            <p:cNvGrpSpPr/>
            <p:nvPr/>
          </p:nvGrpSpPr>
          <p:grpSpPr>
            <a:xfrm>
              <a:off x="587828" y="1856793"/>
              <a:ext cx="685800" cy="685800"/>
              <a:chOff x="475861" y="1763486"/>
              <a:chExt cx="685800" cy="685800"/>
            </a:xfrm>
          </p:grpSpPr>
          <p:sp>
            <p:nvSpPr>
              <p:cNvPr id="28" name="Oval 27">
                <a:extLst>
                  <a:ext uri="{FF2B5EF4-FFF2-40B4-BE49-F238E27FC236}">
                    <a16:creationId xmlns:a16="http://schemas.microsoft.com/office/drawing/2014/main" id="{4DF1C414-0FF7-17D1-EEFD-2419B027845B}"/>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04D717C-8D2C-3C83-D818-4CFDE9B46AB3}"/>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1</a:t>
                </a:r>
              </a:p>
            </p:txBody>
          </p:sp>
        </p:grpSp>
      </p:grpSp>
      <p:grpSp>
        <p:nvGrpSpPr>
          <p:cNvPr id="4" name="Group 3">
            <a:extLst>
              <a:ext uri="{FF2B5EF4-FFF2-40B4-BE49-F238E27FC236}">
                <a16:creationId xmlns:a16="http://schemas.microsoft.com/office/drawing/2014/main" id="{7BCD3703-B3B0-6F79-B493-3EB5231040AC}"/>
              </a:ext>
            </a:extLst>
          </p:cNvPr>
          <p:cNvGrpSpPr/>
          <p:nvPr/>
        </p:nvGrpSpPr>
        <p:grpSpPr>
          <a:xfrm>
            <a:off x="528550" y="4097905"/>
            <a:ext cx="10543594" cy="685800"/>
            <a:chOff x="587828" y="1856793"/>
            <a:chExt cx="10543594" cy="685800"/>
          </a:xfrm>
        </p:grpSpPr>
        <p:sp>
          <p:nvSpPr>
            <p:cNvPr id="5" name="TextBox 4">
              <a:extLst>
                <a:ext uri="{FF2B5EF4-FFF2-40B4-BE49-F238E27FC236}">
                  <a16:creationId xmlns:a16="http://schemas.microsoft.com/office/drawing/2014/main" id="{403D64A3-D3F5-95DF-53ED-668A35C1B1D7}"/>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Demo: The Mandelbrot Set</a:t>
              </a:r>
            </a:p>
          </p:txBody>
        </p:sp>
        <p:grpSp>
          <p:nvGrpSpPr>
            <p:cNvPr id="6" name="Group 5">
              <a:extLst>
                <a:ext uri="{FF2B5EF4-FFF2-40B4-BE49-F238E27FC236}">
                  <a16:creationId xmlns:a16="http://schemas.microsoft.com/office/drawing/2014/main" id="{69BCE106-4350-072F-9243-048EA820F746}"/>
                </a:ext>
              </a:extLst>
            </p:cNvPr>
            <p:cNvGrpSpPr/>
            <p:nvPr/>
          </p:nvGrpSpPr>
          <p:grpSpPr>
            <a:xfrm>
              <a:off x="587828" y="1856793"/>
              <a:ext cx="685800" cy="685800"/>
              <a:chOff x="475861" y="1763486"/>
              <a:chExt cx="685800" cy="685800"/>
            </a:xfrm>
          </p:grpSpPr>
          <p:sp>
            <p:nvSpPr>
              <p:cNvPr id="7" name="Oval 6">
                <a:extLst>
                  <a:ext uri="{FF2B5EF4-FFF2-40B4-BE49-F238E27FC236}">
                    <a16:creationId xmlns:a16="http://schemas.microsoft.com/office/drawing/2014/main" id="{2DAC6A26-5799-83D2-CC5A-118D159ADDF6}"/>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DB8A64-29C8-5C35-85A3-C38CCC7BDE0E}"/>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3</a:t>
                </a:r>
              </a:p>
            </p:txBody>
          </p:sp>
        </p:grpSp>
      </p:grpSp>
      <p:grpSp>
        <p:nvGrpSpPr>
          <p:cNvPr id="15" name="Group 14">
            <a:extLst>
              <a:ext uri="{FF2B5EF4-FFF2-40B4-BE49-F238E27FC236}">
                <a16:creationId xmlns:a16="http://schemas.microsoft.com/office/drawing/2014/main" id="{67CC66EA-497E-1C85-CA64-FF2308B26DD3}"/>
              </a:ext>
            </a:extLst>
          </p:cNvPr>
          <p:cNvGrpSpPr/>
          <p:nvPr/>
        </p:nvGrpSpPr>
        <p:grpSpPr>
          <a:xfrm>
            <a:off x="528550" y="5098940"/>
            <a:ext cx="10543594" cy="685800"/>
            <a:chOff x="587828" y="1856793"/>
            <a:chExt cx="10543594" cy="685800"/>
          </a:xfrm>
        </p:grpSpPr>
        <p:sp>
          <p:nvSpPr>
            <p:cNvPr id="16" name="TextBox 15">
              <a:extLst>
                <a:ext uri="{FF2B5EF4-FFF2-40B4-BE49-F238E27FC236}">
                  <a16:creationId xmlns:a16="http://schemas.microsoft.com/office/drawing/2014/main" id="{E4CC7D0C-727D-AA4F-5E72-F1DE2A7C2E84}"/>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HPC Resources</a:t>
              </a:r>
            </a:p>
          </p:txBody>
        </p:sp>
        <p:grpSp>
          <p:nvGrpSpPr>
            <p:cNvPr id="17" name="Group 16">
              <a:extLst>
                <a:ext uri="{FF2B5EF4-FFF2-40B4-BE49-F238E27FC236}">
                  <a16:creationId xmlns:a16="http://schemas.microsoft.com/office/drawing/2014/main" id="{D239EEB3-D026-6C58-0031-17969D3096F7}"/>
                </a:ext>
              </a:extLst>
            </p:cNvPr>
            <p:cNvGrpSpPr/>
            <p:nvPr/>
          </p:nvGrpSpPr>
          <p:grpSpPr>
            <a:xfrm>
              <a:off x="587828" y="1856793"/>
              <a:ext cx="685800" cy="685800"/>
              <a:chOff x="475861" y="1763486"/>
              <a:chExt cx="685800" cy="685800"/>
            </a:xfrm>
          </p:grpSpPr>
          <p:sp>
            <p:nvSpPr>
              <p:cNvPr id="18" name="Oval 17">
                <a:extLst>
                  <a:ext uri="{FF2B5EF4-FFF2-40B4-BE49-F238E27FC236}">
                    <a16:creationId xmlns:a16="http://schemas.microsoft.com/office/drawing/2014/main" id="{758768A9-F127-2CE3-7DD6-4DDCFBB20261}"/>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AAE3E6A-184F-C167-4C53-4FDE69D312EA}"/>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4</a:t>
                </a:r>
              </a:p>
            </p:txBody>
          </p:sp>
        </p:grpSp>
      </p:grpSp>
      <p:sp>
        <p:nvSpPr>
          <p:cNvPr id="20" name="Rectangle 19">
            <a:extLst>
              <a:ext uri="{FF2B5EF4-FFF2-40B4-BE49-F238E27FC236}">
                <a16:creationId xmlns:a16="http://schemas.microsoft.com/office/drawing/2014/main" id="{7901D400-6B74-A4F2-F01A-3DBCC6312526}"/>
              </a:ext>
            </a:extLst>
          </p:cNvPr>
          <p:cNvSpPr/>
          <p:nvPr/>
        </p:nvSpPr>
        <p:spPr>
          <a:xfrm>
            <a:off x="442452" y="2920181"/>
            <a:ext cx="9478086" cy="324464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D2923039-71BF-AB7A-2EDF-3C93CDFAFAD5}"/>
              </a:ext>
            </a:extLst>
          </p:cNvPr>
          <p:cNvGrpSpPr/>
          <p:nvPr/>
        </p:nvGrpSpPr>
        <p:grpSpPr>
          <a:xfrm>
            <a:off x="7954586" y="1798832"/>
            <a:ext cx="3794962" cy="1015663"/>
            <a:chOff x="7954586" y="1798832"/>
            <a:chExt cx="3794962" cy="1015663"/>
          </a:xfrm>
        </p:grpSpPr>
        <p:sp>
          <p:nvSpPr>
            <p:cNvPr id="21" name="TextBox 20">
              <a:extLst>
                <a:ext uri="{FF2B5EF4-FFF2-40B4-BE49-F238E27FC236}">
                  <a16:creationId xmlns:a16="http://schemas.microsoft.com/office/drawing/2014/main" id="{C575127E-401E-1ACE-32F6-3B1477D8297E}"/>
                </a:ext>
              </a:extLst>
            </p:cNvPr>
            <p:cNvSpPr txBox="1"/>
            <p:nvPr/>
          </p:nvSpPr>
          <p:spPr>
            <a:xfrm>
              <a:off x="8668243" y="1798832"/>
              <a:ext cx="3081305" cy="1015663"/>
            </a:xfrm>
            <a:prstGeom prst="rect">
              <a:avLst/>
            </a:prstGeom>
            <a:noFill/>
          </p:spPr>
          <p:txBody>
            <a:bodyPr wrap="square" rtlCol="0">
              <a:spAutoFit/>
            </a:bodyPr>
            <a:lstStyle/>
            <a:p>
              <a:r>
                <a:rPr lang="en-US" sz="2000" dirty="0">
                  <a:latin typeface="Aptos" panose="020B0004020202020204" pitchFamily="34" charset="0"/>
                </a:rPr>
                <a:t>Material adapted from </a:t>
              </a:r>
              <a:r>
                <a:rPr lang="en-US" sz="2000" dirty="0" err="1">
                  <a:latin typeface="Aptos" panose="020B0004020202020204" pitchFamily="34" charset="0"/>
                </a:rPr>
                <a:t>Jeil</a:t>
              </a:r>
              <a:r>
                <a:rPr lang="en-US" sz="2000" dirty="0">
                  <a:latin typeface="Aptos" panose="020B0004020202020204" pitchFamily="34" charset="0"/>
                </a:rPr>
                <a:t> Oh’s Reed Group Cloud Computing Tutorial</a:t>
              </a:r>
            </a:p>
          </p:txBody>
        </p:sp>
        <p:sp>
          <p:nvSpPr>
            <p:cNvPr id="22" name="TextBox 21">
              <a:extLst>
                <a:ext uri="{FF2B5EF4-FFF2-40B4-BE49-F238E27FC236}">
                  <a16:creationId xmlns:a16="http://schemas.microsoft.com/office/drawing/2014/main" id="{236903A1-049A-EC6F-E0C2-F42FCD32057D}"/>
                </a:ext>
              </a:extLst>
            </p:cNvPr>
            <p:cNvSpPr txBox="1"/>
            <p:nvPr/>
          </p:nvSpPr>
          <p:spPr>
            <a:xfrm>
              <a:off x="7954586" y="1961125"/>
              <a:ext cx="713657" cy="553998"/>
            </a:xfrm>
            <a:prstGeom prst="rect">
              <a:avLst/>
            </a:prstGeom>
            <a:noFill/>
          </p:spPr>
          <p:txBody>
            <a:bodyPr wrap="none" rtlCol="0">
              <a:spAutoFit/>
            </a:bodyPr>
            <a:lstStyle/>
            <a:p>
              <a:r>
                <a:rPr lang="en-US" sz="3000" dirty="0"/>
                <a:t>👈</a:t>
              </a:r>
            </a:p>
          </p:txBody>
        </p:sp>
      </p:grpSp>
    </p:spTree>
    <p:extLst>
      <p:ext uri="{BB962C8B-B14F-4D97-AF65-F5344CB8AC3E}">
        <p14:creationId xmlns:p14="http://schemas.microsoft.com/office/powerpoint/2010/main" val="1859968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D4AD-0C6F-6328-A42D-14B4953C58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D5B3FD6-FB3A-B112-4BEE-DCC9B84E01B6}"/>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5AC2B3C-3A56-5A84-FAFD-1542C645B51A}"/>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A4F124F6-38D0-5D9A-A615-6F6563CC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7" name="TextBox 6">
            <a:extLst>
              <a:ext uri="{FF2B5EF4-FFF2-40B4-BE49-F238E27FC236}">
                <a16:creationId xmlns:a16="http://schemas.microsoft.com/office/drawing/2014/main" id="{663ECEC5-EA0B-B9BA-56F5-11E9A7D3FAAD}"/>
              </a:ext>
            </a:extLst>
          </p:cNvPr>
          <p:cNvSpPr txBox="1"/>
          <p:nvPr/>
        </p:nvSpPr>
        <p:spPr>
          <a:xfrm>
            <a:off x="411417" y="1732645"/>
            <a:ext cx="11151317"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Why Amazon AWS?</a:t>
            </a:r>
          </a:p>
        </p:txBody>
      </p:sp>
      <p:pic>
        <p:nvPicPr>
          <p:cNvPr id="10" name="Picture 9">
            <a:extLst>
              <a:ext uri="{FF2B5EF4-FFF2-40B4-BE49-F238E27FC236}">
                <a16:creationId xmlns:a16="http://schemas.microsoft.com/office/drawing/2014/main" id="{133CC509-09B9-CD2D-A611-418012D4396B}"/>
              </a:ext>
            </a:extLst>
          </p:cNvPr>
          <p:cNvPicPr>
            <a:picLocks noChangeAspect="1"/>
          </p:cNvPicPr>
          <p:nvPr/>
        </p:nvPicPr>
        <p:blipFill>
          <a:blip r:embed="rId4"/>
          <a:stretch>
            <a:fillRect/>
          </a:stretch>
        </p:blipFill>
        <p:spPr>
          <a:xfrm>
            <a:off x="2153950" y="2285421"/>
            <a:ext cx="7884100" cy="4106587"/>
          </a:xfrm>
          <a:prstGeom prst="rect">
            <a:avLst/>
          </a:prstGeom>
        </p:spPr>
      </p:pic>
    </p:spTree>
    <p:extLst>
      <p:ext uri="{BB962C8B-B14F-4D97-AF65-F5344CB8AC3E}">
        <p14:creationId xmlns:p14="http://schemas.microsoft.com/office/powerpoint/2010/main" val="471948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16AA-5AEB-0CA0-6CE5-4A1D412623C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48A7EC-FD44-1583-3D97-456D2C3493DA}"/>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AFE68C9-F50E-2FE6-2D51-8246C676D7F4}"/>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19EFFF4D-3253-37DE-7386-585353409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7" name="TextBox 6">
            <a:extLst>
              <a:ext uri="{FF2B5EF4-FFF2-40B4-BE49-F238E27FC236}">
                <a16:creationId xmlns:a16="http://schemas.microsoft.com/office/drawing/2014/main" id="{BD7E8240-9E17-BE9A-6197-9ADB672A454C}"/>
              </a:ext>
            </a:extLst>
          </p:cNvPr>
          <p:cNvSpPr txBox="1"/>
          <p:nvPr/>
        </p:nvSpPr>
        <p:spPr>
          <a:xfrm>
            <a:off x="411417" y="1732645"/>
            <a:ext cx="11151317" cy="830997"/>
          </a:xfrm>
          <a:prstGeom prst="rect">
            <a:avLst/>
          </a:prstGeom>
          <a:noFill/>
        </p:spPr>
        <p:txBody>
          <a:bodyPr wrap="square" rtlCol="0">
            <a:spAutoFit/>
          </a:bodyPr>
          <a:lstStyle/>
          <a:p>
            <a:r>
              <a:rPr lang="en-US" sz="2400" b="1" dirty="0">
                <a:solidFill>
                  <a:srgbClr val="C00000"/>
                </a:solidFill>
                <a:latin typeface="Aptos" panose="020B0004020202020204" pitchFamily="34" charset="0"/>
              </a:rPr>
              <a:t>Two main components:</a:t>
            </a:r>
          </a:p>
          <a:p>
            <a:endParaRPr lang="en-US" sz="2400" dirty="0">
              <a:latin typeface="Aptos" panose="020B0004020202020204" pitchFamily="34" charset="0"/>
            </a:endParaRPr>
          </a:p>
        </p:txBody>
      </p:sp>
      <p:graphicFrame>
        <p:nvGraphicFramePr>
          <p:cNvPr id="11" name="Diagram 10">
            <a:extLst>
              <a:ext uri="{FF2B5EF4-FFF2-40B4-BE49-F238E27FC236}">
                <a16:creationId xmlns:a16="http://schemas.microsoft.com/office/drawing/2014/main" id="{9434C296-4D5A-65A9-6C89-E3DD1802B0EA}"/>
              </a:ext>
            </a:extLst>
          </p:cNvPr>
          <p:cNvGraphicFramePr/>
          <p:nvPr>
            <p:extLst>
              <p:ext uri="{D42A27DB-BD31-4B8C-83A1-F6EECF244321}">
                <p14:modId xmlns:p14="http://schemas.microsoft.com/office/powerpoint/2010/main" val="3863456321"/>
              </p:ext>
            </p:extLst>
          </p:nvPr>
        </p:nvGraphicFramePr>
        <p:xfrm>
          <a:off x="2032000" y="1523777"/>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20384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795CA-47C8-681D-E690-4720EBAD8E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B9CCE9-E627-9D77-0B57-1A5AE01723E9}"/>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364F7DA-1DD0-E830-47B6-995CE740D3A4}"/>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2B85F87B-3C84-6D17-E50B-ECEBC085C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7" name="TextBox 6">
            <a:extLst>
              <a:ext uri="{FF2B5EF4-FFF2-40B4-BE49-F238E27FC236}">
                <a16:creationId xmlns:a16="http://schemas.microsoft.com/office/drawing/2014/main" id="{1A138D78-69AA-B20C-7F94-ACBBB4D7A6CC}"/>
              </a:ext>
            </a:extLst>
          </p:cNvPr>
          <p:cNvSpPr txBox="1"/>
          <p:nvPr/>
        </p:nvSpPr>
        <p:spPr>
          <a:xfrm>
            <a:off x="411418" y="1732645"/>
            <a:ext cx="3059369" cy="4154984"/>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0: Create an account</a:t>
            </a:r>
          </a:p>
          <a:p>
            <a:pPr marL="342900" indent="-342900">
              <a:buFont typeface="Courier New" panose="02070309020205020404" pitchFamily="49" charset="0"/>
              <a:buChar char="o"/>
            </a:pPr>
            <a:r>
              <a:rPr lang="en-US" sz="2400" dirty="0">
                <a:latin typeface="Aptos" panose="020B0004020202020204" pitchFamily="34" charset="0"/>
              </a:rPr>
              <a:t>Create an AWS Account and select the “EC2” service to begin </a:t>
            </a:r>
          </a:p>
          <a:p>
            <a:pPr marL="342900" indent="-342900">
              <a:buFont typeface="Courier New" panose="02070309020205020404" pitchFamily="49" charset="0"/>
              <a:buChar char="o"/>
            </a:pPr>
            <a:r>
              <a:rPr lang="en-US" sz="2400" dirty="0">
                <a:latin typeface="Aptos" panose="020B0004020202020204" pitchFamily="34" charset="0"/>
              </a:rPr>
              <a:t>Click on “Launch instance”</a:t>
            </a:r>
          </a:p>
          <a:p>
            <a:pPr marL="342900" indent="-342900">
              <a:buFont typeface="Courier New" panose="02070309020205020404" pitchFamily="49" charset="0"/>
              <a:buChar char="o"/>
            </a:pPr>
            <a:r>
              <a:rPr lang="en-US" sz="2400" dirty="0">
                <a:latin typeface="Aptos" panose="020B0004020202020204" pitchFamily="34" charset="0"/>
              </a:rPr>
              <a:t>An </a:t>
            </a:r>
            <a:r>
              <a:rPr lang="en-US" sz="2400" b="1" dirty="0">
                <a:solidFill>
                  <a:srgbClr val="C00000"/>
                </a:solidFill>
                <a:latin typeface="Aptos" panose="020B0004020202020204" pitchFamily="34" charset="0"/>
              </a:rPr>
              <a:t>instance</a:t>
            </a:r>
            <a:r>
              <a:rPr lang="en-US" sz="2400" dirty="0">
                <a:latin typeface="Aptos" panose="020B0004020202020204" pitchFamily="34" charset="0"/>
              </a:rPr>
              <a:t> is like an </a:t>
            </a:r>
            <a:r>
              <a:rPr lang="en-US" sz="2400" b="1" dirty="0">
                <a:solidFill>
                  <a:srgbClr val="C00000"/>
                </a:solidFill>
                <a:latin typeface="Aptos" panose="020B0004020202020204" pitchFamily="34" charset="0"/>
              </a:rPr>
              <a:t>on-demand virtual server</a:t>
            </a:r>
          </a:p>
        </p:txBody>
      </p:sp>
      <p:pic>
        <p:nvPicPr>
          <p:cNvPr id="5" name="Picture 4">
            <a:extLst>
              <a:ext uri="{FF2B5EF4-FFF2-40B4-BE49-F238E27FC236}">
                <a16:creationId xmlns:a16="http://schemas.microsoft.com/office/drawing/2014/main" id="{F454B39D-F31E-5CC2-A091-1137119EA5E4}"/>
              </a:ext>
            </a:extLst>
          </p:cNvPr>
          <p:cNvPicPr>
            <a:picLocks noChangeAspect="1"/>
          </p:cNvPicPr>
          <p:nvPr/>
        </p:nvPicPr>
        <p:blipFill>
          <a:blip r:embed="rId4"/>
          <a:stretch>
            <a:fillRect/>
          </a:stretch>
        </p:blipFill>
        <p:spPr>
          <a:xfrm>
            <a:off x="3946334" y="1614661"/>
            <a:ext cx="8110275" cy="5108029"/>
          </a:xfrm>
          <a:prstGeom prst="rect">
            <a:avLst/>
          </a:prstGeom>
        </p:spPr>
      </p:pic>
      <p:sp>
        <p:nvSpPr>
          <p:cNvPr id="6" name="Rectangle: Rounded Corners 5">
            <a:extLst>
              <a:ext uri="{FF2B5EF4-FFF2-40B4-BE49-F238E27FC236}">
                <a16:creationId xmlns:a16="http://schemas.microsoft.com/office/drawing/2014/main" id="{8B076B8B-32C5-761B-927E-0890E1C421AA}"/>
              </a:ext>
            </a:extLst>
          </p:cNvPr>
          <p:cNvSpPr/>
          <p:nvPr/>
        </p:nvSpPr>
        <p:spPr>
          <a:xfrm>
            <a:off x="5529327" y="3972031"/>
            <a:ext cx="1254931" cy="826111"/>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332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7C2F0-C610-0D74-3F03-2BC6B5239D9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2EC7507-B068-F9C1-6794-00F2FEB11C00}"/>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29629EA-3F7A-40B3-2DA3-3D3A32F80274}"/>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2BFC8394-99D6-606D-DEF7-042CE5816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pic>
        <p:nvPicPr>
          <p:cNvPr id="5" name="Picture 4">
            <a:extLst>
              <a:ext uri="{FF2B5EF4-FFF2-40B4-BE49-F238E27FC236}">
                <a16:creationId xmlns:a16="http://schemas.microsoft.com/office/drawing/2014/main" id="{17C4064A-B99A-7D7B-78F8-979E6DAEEDEB}"/>
              </a:ext>
            </a:extLst>
          </p:cNvPr>
          <p:cNvPicPr>
            <a:picLocks noChangeAspect="1"/>
          </p:cNvPicPr>
          <p:nvPr/>
        </p:nvPicPr>
        <p:blipFill>
          <a:blip r:embed="rId4"/>
          <a:stretch>
            <a:fillRect/>
          </a:stretch>
        </p:blipFill>
        <p:spPr>
          <a:xfrm>
            <a:off x="4736952" y="1866417"/>
            <a:ext cx="7198908" cy="4525591"/>
          </a:xfrm>
          <a:prstGeom prst="rect">
            <a:avLst/>
          </a:prstGeom>
        </p:spPr>
      </p:pic>
      <p:sp>
        <p:nvSpPr>
          <p:cNvPr id="8" name="TextBox 7">
            <a:extLst>
              <a:ext uri="{FF2B5EF4-FFF2-40B4-BE49-F238E27FC236}">
                <a16:creationId xmlns:a16="http://schemas.microsoft.com/office/drawing/2014/main" id="{6915BECB-6F97-CF03-F653-0ACA802950F8}"/>
              </a:ext>
            </a:extLst>
          </p:cNvPr>
          <p:cNvSpPr txBox="1"/>
          <p:nvPr/>
        </p:nvSpPr>
        <p:spPr>
          <a:xfrm>
            <a:off x="411418" y="1732645"/>
            <a:ext cx="3059369" cy="3046988"/>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1: Select your AMI (Amazon Machine Image)</a:t>
            </a:r>
          </a:p>
          <a:p>
            <a:pPr marL="342900" indent="-342900">
              <a:buFont typeface="Courier New" panose="02070309020205020404" pitchFamily="49" charset="0"/>
              <a:buChar char="o"/>
            </a:pPr>
            <a:r>
              <a:rPr lang="en-US" sz="2400" dirty="0">
                <a:latin typeface="Aptos" panose="020B0004020202020204" pitchFamily="34" charset="0"/>
              </a:rPr>
              <a:t>Give your instance a name</a:t>
            </a:r>
          </a:p>
          <a:p>
            <a:pPr marL="342900" indent="-342900">
              <a:buFont typeface="Courier New" panose="02070309020205020404" pitchFamily="49" charset="0"/>
              <a:buChar char="o"/>
            </a:pPr>
            <a:r>
              <a:rPr lang="en-US" sz="2400" dirty="0">
                <a:latin typeface="Aptos" panose="020B0004020202020204" pitchFamily="34" charset="0"/>
              </a:rPr>
              <a:t>Select “Amazon Linux” for this tutorial</a:t>
            </a:r>
          </a:p>
        </p:txBody>
      </p:sp>
      <p:sp>
        <p:nvSpPr>
          <p:cNvPr id="12" name="Rectangle: Rounded Corners 11">
            <a:extLst>
              <a:ext uri="{FF2B5EF4-FFF2-40B4-BE49-F238E27FC236}">
                <a16:creationId xmlns:a16="http://schemas.microsoft.com/office/drawing/2014/main" id="{01C7A6E0-E179-35C0-C375-85902071CBE9}"/>
              </a:ext>
            </a:extLst>
          </p:cNvPr>
          <p:cNvSpPr/>
          <p:nvPr/>
        </p:nvSpPr>
        <p:spPr>
          <a:xfrm>
            <a:off x="4841069" y="2674174"/>
            <a:ext cx="2719937" cy="472150"/>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7F8E32D9-EDE5-2746-87EB-11189C2480F8}"/>
              </a:ext>
            </a:extLst>
          </p:cNvPr>
          <p:cNvSpPr/>
          <p:nvPr/>
        </p:nvSpPr>
        <p:spPr>
          <a:xfrm>
            <a:off x="4841069" y="4719283"/>
            <a:ext cx="861641" cy="993259"/>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024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57E82-AC8F-EB9D-18AE-728BDDAC55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2C0614D-8210-9E78-ED0D-3585D2827962}"/>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F90F784-2A9A-D2DB-6A44-CBDD42C2831D}"/>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D247A0C3-B505-79D4-D9B1-5B70EE8BA6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7C0785BC-434C-6864-C83A-C2089BF5F2FC}"/>
              </a:ext>
            </a:extLst>
          </p:cNvPr>
          <p:cNvSpPr txBox="1"/>
          <p:nvPr/>
        </p:nvSpPr>
        <p:spPr>
          <a:xfrm>
            <a:off x="411418" y="1732645"/>
            <a:ext cx="11259472" cy="1569660"/>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2: Configure your instance type</a:t>
            </a:r>
          </a:p>
          <a:p>
            <a:pPr marL="342900" indent="-342900">
              <a:buFont typeface="Courier New" panose="02070309020205020404" pitchFamily="49" charset="0"/>
              <a:buChar char="o"/>
            </a:pPr>
            <a:r>
              <a:rPr lang="en-US" sz="2400" dirty="0">
                <a:latin typeface="Aptos" panose="020B0004020202020204" pitchFamily="34" charset="0"/>
              </a:rPr>
              <a:t>The instance type determines your hardware settings (CPU, memory, storage, networking capacity, </a:t>
            </a:r>
            <a:r>
              <a:rPr lang="en-US" sz="2400" dirty="0" err="1">
                <a:latin typeface="Aptos" panose="020B0004020202020204" pitchFamily="34" charset="0"/>
              </a:rPr>
              <a:t>etc</a:t>
            </a:r>
            <a:r>
              <a:rPr lang="en-US" sz="2400" dirty="0">
                <a:latin typeface="Aptos" panose="020B0004020202020204" pitchFamily="34" charset="0"/>
              </a:rPr>
              <a:t>)</a:t>
            </a:r>
          </a:p>
          <a:p>
            <a:pPr marL="342900" indent="-342900">
              <a:buFont typeface="Courier New" panose="02070309020205020404" pitchFamily="49" charset="0"/>
              <a:buChar char="o"/>
            </a:pPr>
            <a:r>
              <a:rPr lang="en-US" sz="2400" dirty="0">
                <a:latin typeface="Aptos" panose="020B0004020202020204" pitchFamily="34" charset="0"/>
              </a:rPr>
              <a:t>Click on “Get advice” to identify the instance type that best suits your needs</a:t>
            </a:r>
          </a:p>
        </p:txBody>
      </p:sp>
      <p:pic>
        <p:nvPicPr>
          <p:cNvPr id="10" name="Picture 9">
            <a:extLst>
              <a:ext uri="{FF2B5EF4-FFF2-40B4-BE49-F238E27FC236}">
                <a16:creationId xmlns:a16="http://schemas.microsoft.com/office/drawing/2014/main" id="{D41F23C7-9BD1-6EBD-7396-14944488549E}"/>
              </a:ext>
            </a:extLst>
          </p:cNvPr>
          <p:cNvPicPr>
            <a:picLocks noChangeAspect="1"/>
          </p:cNvPicPr>
          <p:nvPr/>
        </p:nvPicPr>
        <p:blipFill>
          <a:blip r:embed="rId4"/>
          <a:stretch>
            <a:fillRect/>
          </a:stretch>
        </p:blipFill>
        <p:spPr>
          <a:xfrm>
            <a:off x="897207" y="3584570"/>
            <a:ext cx="10374173" cy="2086266"/>
          </a:xfrm>
          <a:prstGeom prst="rect">
            <a:avLst/>
          </a:prstGeom>
        </p:spPr>
      </p:pic>
      <p:sp>
        <p:nvSpPr>
          <p:cNvPr id="13" name="Rectangle: Rounded Corners 12">
            <a:extLst>
              <a:ext uri="{FF2B5EF4-FFF2-40B4-BE49-F238E27FC236}">
                <a16:creationId xmlns:a16="http://schemas.microsoft.com/office/drawing/2014/main" id="{2E085ED8-B1C8-8F74-B031-B888AE7654D8}"/>
              </a:ext>
            </a:extLst>
          </p:cNvPr>
          <p:cNvSpPr/>
          <p:nvPr/>
        </p:nvSpPr>
        <p:spPr>
          <a:xfrm>
            <a:off x="2984556" y="3798331"/>
            <a:ext cx="873500" cy="492194"/>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6958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7E5B9-295E-C6D9-E4E4-7B9FAD545B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54B1A5-8E8A-67F4-43B7-7394D4B53EE5}"/>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CC3F7A4-FEEB-4467-75EB-1C213225B3FE}"/>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7B236245-E73E-AD77-6340-45E21E0647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20277F8A-221C-ECED-D738-8C2041C1307F}"/>
              </a:ext>
            </a:extLst>
          </p:cNvPr>
          <p:cNvSpPr txBox="1"/>
          <p:nvPr/>
        </p:nvSpPr>
        <p:spPr>
          <a:xfrm>
            <a:off x="411417" y="1732645"/>
            <a:ext cx="4003267" cy="2677656"/>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2: Configure your instance type</a:t>
            </a:r>
          </a:p>
          <a:p>
            <a:pPr marL="342900" indent="-342900">
              <a:buFont typeface="Courier New" panose="02070309020205020404" pitchFamily="49" charset="0"/>
              <a:buChar char="o"/>
            </a:pPr>
            <a:r>
              <a:rPr lang="en-US" sz="2400" dirty="0">
                <a:latin typeface="Aptos" panose="020B0004020202020204" pitchFamily="34" charset="0"/>
              </a:rPr>
              <a:t>The instance type determines your hardware settings (CPU, memory, storage, networking capacity, </a:t>
            </a:r>
            <a:r>
              <a:rPr lang="en-US" sz="2400" dirty="0" err="1">
                <a:latin typeface="Aptos" panose="020B0004020202020204" pitchFamily="34" charset="0"/>
              </a:rPr>
              <a:t>etc</a:t>
            </a:r>
            <a:r>
              <a:rPr lang="en-US" sz="2400" dirty="0">
                <a:latin typeface="Aptos" panose="020B0004020202020204" pitchFamily="34" charset="0"/>
              </a:rPr>
              <a:t>)</a:t>
            </a:r>
          </a:p>
        </p:txBody>
      </p:sp>
      <p:pic>
        <p:nvPicPr>
          <p:cNvPr id="5" name="Picture 4">
            <a:extLst>
              <a:ext uri="{FF2B5EF4-FFF2-40B4-BE49-F238E27FC236}">
                <a16:creationId xmlns:a16="http://schemas.microsoft.com/office/drawing/2014/main" id="{0F39A979-B52A-91B0-F8EB-11E10A683FCE}"/>
              </a:ext>
            </a:extLst>
          </p:cNvPr>
          <p:cNvPicPr>
            <a:picLocks noChangeAspect="1"/>
          </p:cNvPicPr>
          <p:nvPr/>
        </p:nvPicPr>
        <p:blipFill>
          <a:blip r:embed="rId4"/>
          <a:stretch>
            <a:fillRect/>
          </a:stretch>
        </p:blipFill>
        <p:spPr>
          <a:xfrm>
            <a:off x="4910429" y="2018819"/>
            <a:ext cx="5811061" cy="3305636"/>
          </a:xfrm>
          <a:prstGeom prst="rect">
            <a:avLst/>
          </a:prstGeom>
        </p:spPr>
      </p:pic>
    </p:spTree>
    <p:extLst>
      <p:ext uri="{BB962C8B-B14F-4D97-AF65-F5344CB8AC3E}">
        <p14:creationId xmlns:p14="http://schemas.microsoft.com/office/powerpoint/2010/main" val="3978668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7C17B-2AC6-2390-9B23-E608F74ABF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27F35A-3DC6-16F9-981B-1BCB0EC49B49}"/>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D9A543F-D387-78E1-5E09-6CD30D0AE632}"/>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77971DA8-34A3-E448-A7E6-03FD20DE4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pic>
        <p:nvPicPr>
          <p:cNvPr id="6" name="Picture 5">
            <a:extLst>
              <a:ext uri="{FF2B5EF4-FFF2-40B4-BE49-F238E27FC236}">
                <a16:creationId xmlns:a16="http://schemas.microsoft.com/office/drawing/2014/main" id="{7A51491D-7E01-45E4-5B02-2294338E02FD}"/>
              </a:ext>
            </a:extLst>
          </p:cNvPr>
          <p:cNvPicPr>
            <a:picLocks noChangeAspect="1"/>
          </p:cNvPicPr>
          <p:nvPr/>
        </p:nvPicPr>
        <p:blipFill>
          <a:blip r:embed="rId4"/>
          <a:stretch>
            <a:fillRect/>
          </a:stretch>
        </p:blipFill>
        <p:spPr>
          <a:xfrm>
            <a:off x="4494913" y="1675836"/>
            <a:ext cx="4326883" cy="5012852"/>
          </a:xfrm>
          <a:prstGeom prst="rect">
            <a:avLst/>
          </a:prstGeom>
        </p:spPr>
      </p:pic>
      <p:sp>
        <p:nvSpPr>
          <p:cNvPr id="10" name="Rectangle: Rounded Corners 9">
            <a:extLst>
              <a:ext uri="{FF2B5EF4-FFF2-40B4-BE49-F238E27FC236}">
                <a16:creationId xmlns:a16="http://schemas.microsoft.com/office/drawing/2014/main" id="{2D639BCC-9AAE-DD28-55BE-F611CCA3F96B}"/>
              </a:ext>
            </a:extLst>
          </p:cNvPr>
          <p:cNvSpPr/>
          <p:nvPr/>
        </p:nvSpPr>
        <p:spPr>
          <a:xfrm>
            <a:off x="4494913" y="2923743"/>
            <a:ext cx="4326882" cy="984388"/>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DC4C5C8-8378-12CD-E27D-04B8BE1C1B34}"/>
              </a:ext>
            </a:extLst>
          </p:cNvPr>
          <p:cNvSpPr txBox="1"/>
          <p:nvPr/>
        </p:nvSpPr>
        <p:spPr>
          <a:xfrm>
            <a:off x="411417" y="1732645"/>
            <a:ext cx="4003267" cy="2677656"/>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2: Configure your instance type</a:t>
            </a:r>
          </a:p>
          <a:p>
            <a:pPr marL="342900" indent="-342900">
              <a:buFont typeface="Courier New" panose="02070309020205020404" pitchFamily="49" charset="0"/>
              <a:buChar char="o"/>
            </a:pPr>
            <a:r>
              <a:rPr lang="en-US" sz="2400" dirty="0">
                <a:latin typeface="Aptos" panose="020B0004020202020204" pitchFamily="34" charset="0"/>
              </a:rPr>
              <a:t>The instance type determines your hardware settings (CPU, memory, storage, networking capacity, </a:t>
            </a:r>
            <a:r>
              <a:rPr lang="en-US" sz="2400" dirty="0" err="1">
                <a:latin typeface="Aptos" panose="020B0004020202020204" pitchFamily="34" charset="0"/>
              </a:rPr>
              <a:t>etc</a:t>
            </a:r>
            <a:r>
              <a:rPr lang="en-US" sz="2400" dirty="0">
                <a:latin typeface="Aptos" panose="020B0004020202020204" pitchFamily="34" charset="0"/>
              </a:rPr>
              <a:t>)</a:t>
            </a:r>
          </a:p>
        </p:txBody>
      </p:sp>
    </p:spTree>
    <p:extLst>
      <p:ext uri="{BB962C8B-B14F-4D97-AF65-F5344CB8AC3E}">
        <p14:creationId xmlns:p14="http://schemas.microsoft.com/office/powerpoint/2010/main" val="1669410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A2F97-3936-8C9D-BE26-B4E2762468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8A0666-C10B-69E6-CF87-5405D9E8FE8D}"/>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66384EC-B2DB-F097-5EDE-8945AD1FB724}"/>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A6759AD1-F0A9-B785-43C0-1F6DC6C8AF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14" name="TextBox 13">
            <a:extLst>
              <a:ext uri="{FF2B5EF4-FFF2-40B4-BE49-F238E27FC236}">
                <a16:creationId xmlns:a16="http://schemas.microsoft.com/office/drawing/2014/main" id="{752BAA0E-74C5-CC79-F81A-5C87885A4248}"/>
              </a:ext>
            </a:extLst>
          </p:cNvPr>
          <p:cNvSpPr txBox="1"/>
          <p:nvPr/>
        </p:nvSpPr>
        <p:spPr>
          <a:xfrm>
            <a:off x="411417" y="1732645"/>
            <a:ext cx="4003267" cy="452431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2: Configure your instance type</a:t>
            </a:r>
          </a:p>
          <a:p>
            <a:pPr marL="342900" indent="-342900">
              <a:buFont typeface="Courier New" panose="02070309020205020404" pitchFamily="49" charset="0"/>
              <a:buChar char="o"/>
            </a:pPr>
            <a:r>
              <a:rPr lang="en-US" sz="2400" dirty="0">
                <a:latin typeface="Aptos" panose="020B0004020202020204" pitchFamily="34" charset="0"/>
              </a:rPr>
              <a:t>The instance type determines your hardware settings (CPU, memory, storage, networking capacity, </a:t>
            </a:r>
            <a:r>
              <a:rPr lang="en-US" sz="2400" dirty="0" err="1">
                <a:latin typeface="Aptos" panose="020B0004020202020204" pitchFamily="34" charset="0"/>
              </a:rPr>
              <a:t>etc</a:t>
            </a:r>
            <a:r>
              <a:rPr lang="en-US" sz="2400" dirty="0">
                <a:latin typeface="Aptos" panose="020B0004020202020204" pitchFamily="34" charset="0"/>
              </a:rPr>
              <a:t>)</a:t>
            </a:r>
          </a:p>
          <a:p>
            <a:pPr marL="342900" indent="-342900">
              <a:buFont typeface="Courier New" panose="02070309020205020404" pitchFamily="49" charset="0"/>
              <a:buChar char="o"/>
            </a:pPr>
            <a:r>
              <a:rPr lang="en-US" sz="2400" dirty="0">
                <a:latin typeface="Aptos" panose="020B0004020202020204" pitchFamily="34" charset="0"/>
              </a:rPr>
              <a:t>We will select the </a:t>
            </a:r>
            <a:r>
              <a:rPr lang="en-US" sz="2400" b="1" dirty="0">
                <a:solidFill>
                  <a:srgbClr val="C00000"/>
                </a:solidFill>
                <a:latin typeface="Aptos" panose="020B0004020202020204" pitchFamily="34" charset="0"/>
              </a:rPr>
              <a:t>c73.4xlarge </a:t>
            </a:r>
            <a:r>
              <a:rPr lang="en-US" sz="2400" dirty="0">
                <a:latin typeface="Aptos" panose="020B0004020202020204" pitchFamily="34" charset="0"/>
              </a:rPr>
              <a:t>instance type for this demo (may need to upgrade to the paid version)</a:t>
            </a:r>
          </a:p>
        </p:txBody>
      </p:sp>
      <p:pic>
        <p:nvPicPr>
          <p:cNvPr id="5" name="Picture 4">
            <a:extLst>
              <a:ext uri="{FF2B5EF4-FFF2-40B4-BE49-F238E27FC236}">
                <a16:creationId xmlns:a16="http://schemas.microsoft.com/office/drawing/2014/main" id="{DB90479A-FBC8-7579-F0A8-C537D80F099C}"/>
              </a:ext>
            </a:extLst>
          </p:cNvPr>
          <p:cNvPicPr>
            <a:picLocks noChangeAspect="1"/>
          </p:cNvPicPr>
          <p:nvPr/>
        </p:nvPicPr>
        <p:blipFill>
          <a:blip r:embed="rId4"/>
          <a:stretch>
            <a:fillRect/>
          </a:stretch>
        </p:blipFill>
        <p:spPr>
          <a:xfrm>
            <a:off x="4414684" y="2333186"/>
            <a:ext cx="7641925" cy="1565815"/>
          </a:xfrm>
          <a:prstGeom prst="rect">
            <a:avLst/>
          </a:prstGeom>
        </p:spPr>
      </p:pic>
    </p:spTree>
    <p:extLst>
      <p:ext uri="{BB962C8B-B14F-4D97-AF65-F5344CB8AC3E}">
        <p14:creationId xmlns:p14="http://schemas.microsoft.com/office/powerpoint/2010/main" val="3110529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44883-1A47-1583-EEA4-FC453AB446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4EE420B-4763-ACEA-C599-B8733765226C}"/>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B7C3288-7C42-15C0-1AAC-FBED9AFD9336}"/>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A09EC1B2-1344-DCC3-3EF6-2E527FD9D9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63A57CD0-0513-EEB8-607B-FE96C7E59864}"/>
              </a:ext>
            </a:extLst>
          </p:cNvPr>
          <p:cNvSpPr txBox="1"/>
          <p:nvPr/>
        </p:nvSpPr>
        <p:spPr>
          <a:xfrm>
            <a:off x="411418" y="1732645"/>
            <a:ext cx="11259472" cy="2677656"/>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3: Create a key pair</a:t>
            </a:r>
          </a:p>
          <a:p>
            <a:pPr marL="342900" indent="-342900">
              <a:buFont typeface="Courier New" panose="02070309020205020404" pitchFamily="49" charset="0"/>
              <a:buChar char="o"/>
            </a:pPr>
            <a:r>
              <a:rPr lang="en-US" sz="2400" dirty="0">
                <a:latin typeface="Aptos" panose="020B0004020202020204" pitchFamily="34" charset="0"/>
              </a:rPr>
              <a:t>A set of </a:t>
            </a:r>
            <a:r>
              <a:rPr lang="en-US" sz="2400" b="1" dirty="0">
                <a:solidFill>
                  <a:srgbClr val="C00000"/>
                </a:solidFill>
                <a:latin typeface="Aptos" panose="020B0004020202020204" pitchFamily="34" charset="0"/>
              </a:rPr>
              <a:t>security credentials </a:t>
            </a:r>
            <a:r>
              <a:rPr lang="en-US" sz="2400" dirty="0">
                <a:latin typeface="Aptos" panose="020B0004020202020204" pitchFamily="34" charset="0"/>
              </a:rPr>
              <a:t>you use to </a:t>
            </a:r>
            <a:r>
              <a:rPr lang="en-US" sz="2400" b="1" dirty="0">
                <a:solidFill>
                  <a:srgbClr val="C00000"/>
                </a:solidFill>
                <a:latin typeface="Aptos" panose="020B0004020202020204" pitchFamily="34" charset="0"/>
              </a:rPr>
              <a:t>“prove your identity” </a:t>
            </a:r>
            <a:r>
              <a:rPr lang="en-US" sz="2400" dirty="0">
                <a:latin typeface="Aptos" panose="020B0004020202020204" pitchFamily="34" charset="0"/>
              </a:rPr>
              <a:t>when connecting to your instance</a:t>
            </a:r>
          </a:p>
          <a:p>
            <a:pPr marL="342900" indent="-342900">
              <a:buFont typeface="Courier New" panose="02070309020205020404" pitchFamily="49" charset="0"/>
              <a:buChar char="o"/>
            </a:pPr>
            <a:r>
              <a:rPr lang="en-US" sz="2400" dirty="0">
                <a:latin typeface="Aptos" panose="020B0004020202020204" pitchFamily="34" charset="0"/>
              </a:rPr>
              <a:t>Allows secure logins to your AWS instance</a:t>
            </a:r>
          </a:p>
          <a:p>
            <a:pPr marL="342900" indent="-342900">
              <a:buFont typeface="Courier New" panose="02070309020205020404" pitchFamily="49" charset="0"/>
              <a:buChar char="o"/>
            </a:pPr>
            <a:r>
              <a:rPr lang="en-US" sz="2400" dirty="0">
                <a:latin typeface="Aptos" panose="020B0004020202020204" pitchFamily="34" charset="0"/>
              </a:rPr>
              <a:t>Public vs private key: </a:t>
            </a:r>
          </a:p>
          <a:p>
            <a:pPr marL="800100" lvl="1" indent="-342900">
              <a:buFont typeface="Courier New" panose="02070309020205020404" pitchFamily="49" charset="0"/>
              <a:buChar char="o"/>
            </a:pPr>
            <a:r>
              <a:rPr lang="en-US" sz="2400" dirty="0">
                <a:latin typeface="Aptos" panose="020B0004020202020204" pitchFamily="34" charset="0"/>
              </a:rPr>
              <a:t>Public: Viewable on your instance (i.e. the key pair name) </a:t>
            </a:r>
          </a:p>
          <a:p>
            <a:pPr marL="800100" lvl="1" indent="-342900">
              <a:buFont typeface="Courier New" panose="02070309020205020404" pitchFamily="49" charset="0"/>
              <a:buChar char="o"/>
            </a:pPr>
            <a:r>
              <a:rPr lang="en-US" sz="2400" dirty="0">
                <a:latin typeface="Aptos" panose="020B0004020202020204" pitchFamily="34" charset="0"/>
              </a:rPr>
              <a:t>Private: Stored on your computer as a .</a:t>
            </a:r>
            <a:r>
              <a:rPr lang="en-US" sz="2400" dirty="0" err="1">
                <a:latin typeface="Aptos" panose="020B0004020202020204" pitchFamily="34" charset="0"/>
              </a:rPr>
              <a:t>pem</a:t>
            </a:r>
            <a:r>
              <a:rPr lang="en-US" sz="2400" dirty="0">
                <a:latin typeface="Aptos" panose="020B0004020202020204" pitchFamily="34" charset="0"/>
              </a:rPr>
              <a:t> file</a:t>
            </a:r>
          </a:p>
        </p:txBody>
      </p:sp>
      <p:pic>
        <p:nvPicPr>
          <p:cNvPr id="5" name="Picture 4">
            <a:extLst>
              <a:ext uri="{FF2B5EF4-FFF2-40B4-BE49-F238E27FC236}">
                <a16:creationId xmlns:a16="http://schemas.microsoft.com/office/drawing/2014/main" id="{9DFD7979-835D-34F1-4EC6-4C6484FFBF45}"/>
              </a:ext>
            </a:extLst>
          </p:cNvPr>
          <p:cNvPicPr>
            <a:picLocks noChangeAspect="1"/>
          </p:cNvPicPr>
          <p:nvPr/>
        </p:nvPicPr>
        <p:blipFill>
          <a:blip r:embed="rId4"/>
          <a:stretch>
            <a:fillRect/>
          </a:stretch>
        </p:blipFill>
        <p:spPr>
          <a:xfrm>
            <a:off x="868357" y="4692566"/>
            <a:ext cx="10345594" cy="1781424"/>
          </a:xfrm>
          <a:prstGeom prst="rect">
            <a:avLst/>
          </a:prstGeom>
        </p:spPr>
      </p:pic>
    </p:spTree>
    <p:extLst>
      <p:ext uri="{BB962C8B-B14F-4D97-AF65-F5344CB8AC3E}">
        <p14:creationId xmlns:p14="http://schemas.microsoft.com/office/powerpoint/2010/main" val="64130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355DB-60D3-1879-6E4E-E3D8AB2F46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095FA4-5A2D-A78F-EC75-FDFAD66D8085}"/>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8FD98CB-3CBD-DC8C-62F4-F56B1965F65C}"/>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9CEA8AF8-9D19-F22B-84BA-19ADE2D4D9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63502BF0-B62A-C373-7DCC-B376AD4DCDEA}"/>
              </a:ext>
            </a:extLst>
          </p:cNvPr>
          <p:cNvSpPr txBox="1"/>
          <p:nvPr/>
        </p:nvSpPr>
        <p:spPr>
          <a:xfrm>
            <a:off x="411418" y="1732645"/>
            <a:ext cx="2744737" cy="4154984"/>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4: Configure your network settings</a:t>
            </a:r>
          </a:p>
          <a:p>
            <a:pPr marL="342900" indent="-342900">
              <a:buFont typeface="Courier New" panose="02070309020205020404" pitchFamily="49" charset="0"/>
              <a:buChar char="o"/>
            </a:pPr>
            <a:r>
              <a:rPr lang="en-US" sz="2400" dirty="0">
                <a:latin typeface="Aptos" panose="020B0004020202020204" pitchFamily="34" charset="0"/>
              </a:rPr>
              <a:t>This is to allow internet access</a:t>
            </a:r>
          </a:p>
          <a:p>
            <a:pPr marL="342900" indent="-342900">
              <a:buFont typeface="Courier New" panose="02070309020205020404" pitchFamily="49" charset="0"/>
              <a:buChar char="o"/>
            </a:pPr>
            <a:r>
              <a:rPr lang="en-US" sz="2400" dirty="0">
                <a:latin typeface="Aptos" panose="020B0004020202020204" pitchFamily="34" charset="0"/>
              </a:rPr>
              <a:t>Your instance will be launched into your own virtual private cloud (VPC)</a:t>
            </a:r>
          </a:p>
          <a:p>
            <a:pPr marL="342900" indent="-342900">
              <a:buFont typeface="Courier New" panose="02070309020205020404" pitchFamily="49" charset="0"/>
              <a:buChar char="o"/>
            </a:pPr>
            <a:endParaRPr lang="en-US" sz="2400" dirty="0">
              <a:latin typeface="Aptos" panose="020B0004020202020204" pitchFamily="34" charset="0"/>
            </a:endParaRPr>
          </a:p>
        </p:txBody>
      </p:sp>
      <p:pic>
        <p:nvPicPr>
          <p:cNvPr id="6" name="Picture 5">
            <a:extLst>
              <a:ext uri="{FF2B5EF4-FFF2-40B4-BE49-F238E27FC236}">
                <a16:creationId xmlns:a16="http://schemas.microsoft.com/office/drawing/2014/main" id="{7A15DA49-079B-C741-86D8-CFDD35904615}"/>
              </a:ext>
            </a:extLst>
          </p:cNvPr>
          <p:cNvPicPr>
            <a:picLocks noChangeAspect="1"/>
          </p:cNvPicPr>
          <p:nvPr/>
        </p:nvPicPr>
        <p:blipFill>
          <a:blip r:embed="rId4"/>
          <a:stretch>
            <a:fillRect/>
          </a:stretch>
        </p:blipFill>
        <p:spPr>
          <a:xfrm>
            <a:off x="3480618" y="1748312"/>
            <a:ext cx="7994349" cy="4570299"/>
          </a:xfrm>
          <a:prstGeom prst="rect">
            <a:avLst/>
          </a:prstGeom>
        </p:spPr>
      </p:pic>
      <p:sp>
        <p:nvSpPr>
          <p:cNvPr id="5" name="Rectangle: Rounded Corners 4">
            <a:extLst>
              <a:ext uri="{FF2B5EF4-FFF2-40B4-BE49-F238E27FC236}">
                <a16:creationId xmlns:a16="http://schemas.microsoft.com/office/drawing/2014/main" id="{68661EBA-7C05-C67B-4540-2819E7F34CE1}"/>
              </a:ext>
            </a:extLst>
          </p:cNvPr>
          <p:cNvSpPr/>
          <p:nvPr/>
        </p:nvSpPr>
        <p:spPr>
          <a:xfrm>
            <a:off x="3553043" y="2181749"/>
            <a:ext cx="1431912" cy="472961"/>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2304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F2CF-C18E-B4EE-411D-2C0C4AC605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D68CD1-27C9-0693-44CA-A515D203C171}"/>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655DCF1D-4423-F17C-9F1A-0E5468586863}"/>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1A071099-C5DF-1F7A-B9CD-EF5E84728F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1C38FA84-DCA2-B3ED-C1CC-DFEFB911B416}"/>
              </a:ext>
            </a:extLst>
          </p:cNvPr>
          <p:cNvSpPr txBox="1"/>
          <p:nvPr/>
        </p:nvSpPr>
        <p:spPr>
          <a:xfrm>
            <a:off x="411418" y="1732645"/>
            <a:ext cx="2931550" cy="492442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4: Configure your network settings</a:t>
            </a:r>
          </a:p>
          <a:p>
            <a:pPr marL="342900" indent="-342900">
              <a:buFont typeface="Courier New" panose="02070309020205020404" pitchFamily="49" charset="0"/>
              <a:buChar char="o"/>
            </a:pPr>
            <a:r>
              <a:rPr lang="en-US" sz="2200" dirty="0">
                <a:latin typeface="Aptos" panose="020B0004020202020204" pitchFamily="34" charset="0"/>
              </a:rPr>
              <a:t>For this demo, select “Allow SSH traffic from Anywhere” </a:t>
            </a:r>
          </a:p>
          <a:p>
            <a:pPr marL="342900" indent="-342900">
              <a:buFont typeface="Courier New" panose="02070309020205020404" pitchFamily="49" charset="0"/>
              <a:buChar char="o"/>
            </a:pPr>
            <a:r>
              <a:rPr lang="en-US" sz="2200" dirty="0">
                <a:latin typeface="Aptos" panose="020B0004020202020204" pitchFamily="34" charset="0"/>
              </a:rPr>
              <a:t>This will assign your instance a public IP address</a:t>
            </a:r>
          </a:p>
          <a:p>
            <a:pPr marL="342900" indent="-342900">
              <a:buFont typeface="Courier New" panose="02070309020205020404" pitchFamily="49" charset="0"/>
              <a:buChar char="o"/>
            </a:pPr>
            <a:r>
              <a:rPr lang="en-US" sz="2200" b="1" dirty="0">
                <a:solidFill>
                  <a:srgbClr val="C00000"/>
                </a:solidFill>
                <a:latin typeface="Aptos" panose="020B0004020202020204" pitchFamily="34" charset="0"/>
              </a:rPr>
              <a:t>Not secure – delete this instance after this demo!</a:t>
            </a:r>
          </a:p>
        </p:txBody>
      </p:sp>
      <p:pic>
        <p:nvPicPr>
          <p:cNvPr id="6" name="Picture 5">
            <a:extLst>
              <a:ext uri="{FF2B5EF4-FFF2-40B4-BE49-F238E27FC236}">
                <a16:creationId xmlns:a16="http://schemas.microsoft.com/office/drawing/2014/main" id="{6DBF0A4D-972A-7C7D-CAF4-D3663F649393}"/>
              </a:ext>
            </a:extLst>
          </p:cNvPr>
          <p:cNvPicPr>
            <a:picLocks noChangeAspect="1"/>
          </p:cNvPicPr>
          <p:nvPr/>
        </p:nvPicPr>
        <p:blipFill>
          <a:blip r:embed="rId4"/>
          <a:stretch>
            <a:fillRect/>
          </a:stretch>
        </p:blipFill>
        <p:spPr>
          <a:xfrm>
            <a:off x="3480618" y="1748312"/>
            <a:ext cx="7994349" cy="4570299"/>
          </a:xfrm>
          <a:prstGeom prst="rect">
            <a:avLst/>
          </a:prstGeom>
        </p:spPr>
      </p:pic>
      <p:sp>
        <p:nvSpPr>
          <p:cNvPr id="10" name="Rectangle: Rounded Corners 9">
            <a:extLst>
              <a:ext uri="{FF2B5EF4-FFF2-40B4-BE49-F238E27FC236}">
                <a16:creationId xmlns:a16="http://schemas.microsoft.com/office/drawing/2014/main" id="{30FE1F21-2D81-AF70-F8F0-F0D14845A95B}"/>
              </a:ext>
            </a:extLst>
          </p:cNvPr>
          <p:cNvSpPr/>
          <p:nvPr/>
        </p:nvSpPr>
        <p:spPr>
          <a:xfrm>
            <a:off x="3553044" y="4198374"/>
            <a:ext cx="5374646" cy="688259"/>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0305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3E0B1-A25B-6403-2F24-54ECF2DB7E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9DA2161-5951-62F1-A72A-41CE7910D3E3}"/>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318FF06-7213-E2EB-821B-DBA73EAD3182}"/>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0B68358B-5144-E02C-44AA-CCB3088A55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E337E7AE-8C11-3502-9AEE-EC10F32408C6}"/>
              </a:ext>
            </a:extLst>
          </p:cNvPr>
          <p:cNvSpPr txBox="1"/>
          <p:nvPr/>
        </p:nvSpPr>
        <p:spPr>
          <a:xfrm>
            <a:off x="411418" y="1732645"/>
            <a:ext cx="11308634" cy="1815882"/>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5: Configure your storage settings</a:t>
            </a:r>
          </a:p>
          <a:p>
            <a:pPr marL="342900" indent="-342900">
              <a:buFont typeface="Courier New" panose="02070309020205020404" pitchFamily="49" charset="0"/>
              <a:buChar char="o"/>
            </a:pPr>
            <a:r>
              <a:rPr lang="en-US" sz="2200" dirty="0">
                <a:latin typeface="Aptos" panose="020B0004020202020204" pitchFamily="34" charset="0"/>
              </a:rPr>
              <a:t>Amazon uses the EBS (Elastic Block Store) volume that acts like a flexible, virtual version of your physical hard drive</a:t>
            </a:r>
          </a:p>
          <a:p>
            <a:pPr marL="342900" indent="-342900">
              <a:buFont typeface="Courier New" panose="02070309020205020404" pitchFamily="49" charset="0"/>
              <a:buChar char="o"/>
            </a:pPr>
            <a:r>
              <a:rPr lang="en-US" sz="2200" dirty="0">
                <a:latin typeface="Aptos" panose="020B0004020202020204" pitchFamily="34" charset="0"/>
              </a:rPr>
              <a:t>The</a:t>
            </a:r>
            <a:r>
              <a:rPr lang="en-US" sz="2200" b="1" dirty="0">
                <a:solidFill>
                  <a:srgbClr val="C00000"/>
                </a:solidFill>
                <a:latin typeface="Aptos" panose="020B0004020202020204" pitchFamily="34" charset="0"/>
              </a:rPr>
              <a:t> root volume </a:t>
            </a:r>
            <a:r>
              <a:rPr lang="en-US" sz="2200" dirty="0">
                <a:latin typeface="Aptos" panose="020B0004020202020204" pitchFamily="34" charset="0"/>
              </a:rPr>
              <a:t>is a special EBS volume that </a:t>
            </a:r>
            <a:r>
              <a:rPr lang="en-US" sz="2200" b="1" dirty="0">
                <a:latin typeface="Aptos" panose="020B0004020202020204" pitchFamily="34" charset="0"/>
              </a:rPr>
              <a:t>stores your AMI</a:t>
            </a:r>
          </a:p>
          <a:p>
            <a:pPr marL="342900" indent="-342900">
              <a:buFont typeface="Courier New" panose="02070309020205020404" pitchFamily="49" charset="0"/>
              <a:buChar char="o"/>
            </a:pPr>
            <a:r>
              <a:rPr lang="en-US" sz="2200" dirty="0">
                <a:latin typeface="Aptos" panose="020B0004020202020204" pitchFamily="34" charset="0"/>
              </a:rPr>
              <a:t>Default settings are sufficient for this demo</a:t>
            </a:r>
          </a:p>
        </p:txBody>
      </p:sp>
      <p:pic>
        <p:nvPicPr>
          <p:cNvPr id="5" name="Picture 4">
            <a:extLst>
              <a:ext uri="{FF2B5EF4-FFF2-40B4-BE49-F238E27FC236}">
                <a16:creationId xmlns:a16="http://schemas.microsoft.com/office/drawing/2014/main" id="{69218318-4605-B687-22CE-10A551D1FBF6}"/>
              </a:ext>
            </a:extLst>
          </p:cNvPr>
          <p:cNvPicPr>
            <a:picLocks noChangeAspect="1"/>
          </p:cNvPicPr>
          <p:nvPr/>
        </p:nvPicPr>
        <p:blipFill>
          <a:blip r:embed="rId4"/>
          <a:stretch>
            <a:fillRect/>
          </a:stretch>
        </p:blipFill>
        <p:spPr>
          <a:xfrm>
            <a:off x="1753569" y="3676577"/>
            <a:ext cx="7675567" cy="3012111"/>
          </a:xfrm>
          <a:prstGeom prst="rect">
            <a:avLst/>
          </a:prstGeom>
        </p:spPr>
      </p:pic>
      <p:sp>
        <p:nvSpPr>
          <p:cNvPr id="15" name="Rectangle: Rounded Corners 14">
            <a:extLst>
              <a:ext uri="{FF2B5EF4-FFF2-40B4-BE49-F238E27FC236}">
                <a16:creationId xmlns:a16="http://schemas.microsoft.com/office/drawing/2014/main" id="{FFB75699-81F9-CC03-5DC3-E6C54F9F1877}"/>
              </a:ext>
            </a:extLst>
          </p:cNvPr>
          <p:cNvSpPr/>
          <p:nvPr/>
        </p:nvSpPr>
        <p:spPr>
          <a:xfrm>
            <a:off x="1832398" y="3754910"/>
            <a:ext cx="4814208" cy="728600"/>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526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9DD1F-BFBD-D5E0-C732-2D4093354E4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5F3B0E8-92CC-271E-4356-712024876005}"/>
              </a:ext>
            </a:extLst>
          </p:cNvPr>
          <p:cNvPicPr>
            <a:picLocks noChangeAspect="1"/>
          </p:cNvPicPr>
          <p:nvPr/>
        </p:nvPicPr>
        <p:blipFill>
          <a:blip r:embed="rId3"/>
          <a:stretch>
            <a:fillRect/>
          </a:stretch>
        </p:blipFill>
        <p:spPr>
          <a:xfrm>
            <a:off x="1294856" y="3153683"/>
            <a:ext cx="7773485" cy="2610214"/>
          </a:xfrm>
          <a:prstGeom prst="rect">
            <a:avLst/>
          </a:prstGeom>
        </p:spPr>
      </p:pic>
      <p:sp>
        <p:nvSpPr>
          <p:cNvPr id="2" name="Rectangle 1">
            <a:extLst>
              <a:ext uri="{FF2B5EF4-FFF2-40B4-BE49-F238E27FC236}">
                <a16:creationId xmlns:a16="http://schemas.microsoft.com/office/drawing/2014/main" id="{275F7D58-099A-8A6E-A893-8F2707BD7F23}"/>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81017DE8-E757-E96D-5B23-1E531A11CDF0}"/>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73EFDFD1-DFB6-984D-CE72-6513F0C40C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170BCC46-F2F3-69B0-036C-4186C096C375}"/>
              </a:ext>
            </a:extLst>
          </p:cNvPr>
          <p:cNvSpPr txBox="1"/>
          <p:nvPr/>
        </p:nvSpPr>
        <p:spPr>
          <a:xfrm>
            <a:off x="411418" y="1732645"/>
            <a:ext cx="11308634" cy="1138773"/>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6: Run and monitor your virtual instance</a:t>
            </a:r>
          </a:p>
          <a:p>
            <a:pPr marL="342900" indent="-342900">
              <a:buFont typeface="Courier New" panose="02070309020205020404" pitchFamily="49" charset="0"/>
              <a:buChar char="o"/>
            </a:pPr>
            <a:r>
              <a:rPr lang="en-US" sz="2200" dirty="0">
                <a:latin typeface="Aptos" panose="020B0004020202020204" pitchFamily="34" charset="0"/>
              </a:rPr>
              <a:t>Your instance should be up and running</a:t>
            </a:r>
          </a:p>
          <a:p>
            <a:pPr marL="342900" indent="-342900">
              <a:buFont typeface="Courier New" panose="02070309020205020404" pitchFamily="49" charset="0"/>
              <a:buChar char="o"/>
            </a:pPr>
            <a:r>
              <a:rPr lang="en-US" sz="2200" dirty="0">
                <a:latin typeface="Aptos" panose="020B0004020202020204" pitchFamily="34" charset="0"/>
              </a:rPr>
              <a:t>Click on the instance ID to monitor your instance</a:t>
            </a:r>
          </a:p>
        </p:txBody>
      </p:sp>
      <p:sp>
        <p:nvSpPr>
          <p:cNvPr id="15" name="Rectangle: Rounded Corners 14">
            <a:extLst>
              <a:ext uri="{FF2B5EF4-FFF2-40B4-BE49-F238E27FC236}">
                <a16:creationId xmlns:a16="http://schemas.microsoft.com/office/drawing/2014/main" id="{3E64CA90-6729-B149-6399-CC8425BDEF7F}"/>
              </a:ext>
            </a:extLst>
          </p:cNvPr>
          <p:cNvSpPr/>
          <p:nvPr/>
        </p:nvSpPr>
        <p:spPr>
          <a:xfrm>
            <a:off x="5477682" y="4395018"/>
            <a:ext cx="1857183" cy="351437"/>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0527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6AE46-A001-EB9F-77A2-8495E092A8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A15B91F-33E2-9478-421D-3E8B5E09BC2E}"/>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B1D2DAF3-7C8B-828D-0525-DE37F2A6A35F}"/>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A9324DDA-4383-76EE-792E-B8DF5E6C5B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A981A22C-6EDD-6AB6-812E-CD983F35201E}"/>
              </a:ext>
            </a:extLst>
          </p:cNvPr>
          <p:cNvSpPr txBox="1"/>
          <p:nvPr/>
        </p:nvSpPr>
        <p:spPr>
          <a:xfrm>
            <a:off x="411418" y="1732645"/>
            <a:ext cx="11308634" cy="1815882"/>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6: Run and monitor your virtual instance</a:t>
            </a:r>
          </a:p>
          <a:p>
            <a:pPr marL="342900" indent="-342900">
              <a:buFont typeface="Courier New" panose="02070309020205020404" pitchFamily="49" charset="0"/>
              <a:buChar char="o"/>
            </a:pPr>
            <a:r>
              <a:rPr lang="en-US" sz="2200" dirty="0">
                <a:latin typeface="Aptos" panose="020B0004020202020204" pitchFamily="34" charset="0"/>
              </a:rPr>
              <a:t>Your instance should be up and running</a:t>
            </a:r>
          </a:p>
          <a:p>
            <a:pPr marL="342900" indent="-342900">
              <a:buFont typeface="Courier New" panose="02070309020205020404" pitchFamily="49" charset="0"/>
              <a:buChar char="o"/>
            </a:pPr>
            <a:r>
              <a:rPr lang="en-US" sz="2200" dirty="0">
                <a:latin typeface="Aptos" panose="020B0004020202020204" pitchFamily="34" charset="0"/>
              </a:rPr>
              <a:t>Click on the instance ID to monitor your instance</a:t>
            </a:r>
          </a:p>
          <a:p>
            <a:pPr marL="342900" indent="-342900">
              <a:buFont typeface="Courier New" panose="02070309020205020404" pitchFamily="49" charset="0"/>
              <a:buChar char="o"/>
            </a:pPr>
            <a:r>
              <a:rPr lang="en-US" sz="2200" dirty="0">
                <a:latin typeface="Aptos" panose="020B0004020202020204" pitchFamily="34" charset="0"/>
              </a:rPr>
              <a:t>Access information such as instance state, CPU and memory usage, storage, failed runs</a:t>
            </a:r>
          </a:p>
          <a:p>
            <a:pPr marL="342900" indent="-342900">
              <a:buFont typeface="Courier New" panose="02070309020205020404" pitchFamily="49" charset="0"/>
              <a:buChar char="o"/>
            </a:pPr>
            <a:endParaRPr lang="en-US" sz="2200" dirty="0">
              <a:latin typeface="Aptos" panose="020B0004020202020204" pitchFamily="34" charset="0"/>
            </a:endParaRPr>
          </a:p>
        </p:txBody>
      </p:sp>
      <p:pic>
        <p:nvPicPr>
          <p:cNvPr id="5" name="Picture 4">
            <a:extLst>
              <a:ext uri="{FF2B5EF4-FFF2-40B4-BE49-F238E27FC236}">
                <a16:creationId xmlns:a16="http://schemas.microsoft.com/office/drawing/2014/main" id="{B0E5F1E6-3F36-4DCF-6E06-9075FAB8A5FD}"/>
              </a:ext>
            </a:extLst>
          </p:cNvPr>
          <p:cNvPicPr>
            <a:picLocks noChangeAspect="1"/>
          </p:cNvPicPr>
          <p:nvPr/>
        </p:nvPicPr>
        <p:blipFill>
          <a:blip r:embed="rId4"/>
          <a:stretch>
            <a:fillRect/>
          </a:stretch>
        </p:blipFill>
        <p:spPr>
          <a:xfrm>
            <a:off x="2019905" y="3415288"/>
            <a:ext cx="8412565" cy="2930931"/>
          </a:xfrm>
          <a:prstGeom prst="rect">
            <a:avLst/>
          </a:prstGeom>
        </p:spPr>
      </p:pic>
    </p:spTree>
    <p:extLst>
      <p:ext uri="{BB962C8B-B14F-4D97-AF65-F5344CB8AC3E}">
        <p14:creationId xmlns:p14="http://schemas.microsoft.com/office/powerpoint/2010/main" val="1402219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FCA6-7D69-B2E8-98ED-52360967ABF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C1C48F1-395D-B8BF-3FA3-6675CD281595}"/>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26F13948-B8C6-156D-FB75-2B10E357F6D0}"/>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Getting set up on Amazon AWS</a:t>
            </a:r>
          </a:p>
        </p:txBody>
      </p:sp>
      <p:pic>
        <p:nvPicPr>
          <p:cNvPr id="3" name="Picture 2" descr="A red circle with text and a shield with a book&#10;&#10;Description automatically generated">
            <a:extLst>
              <a:ext uri="{FF2B5EF4-FFF2-40B4-BE49-F238E27FC236}">
                <a16:creationId xmlns:a16="http://schemas.microsoft.com/office/drawing/2014/main" id="{85145867-DA14-4B10-1283-F05D949E8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2120008C-D1B8-A73F-0765-54EEA21D38FF}"/>
              </a:ext>
            </a:extLst>
          </p:cNvPr>
          <p:cNvSpPr txBox="1"/>
          <p:nvPr/>
        </p:nvSpPr>
        <p:spPr>
          <a:xfrm>
            <a:off x="411418" y="1732645"/>
            <a:ext cx="11308634" cy="1815882"/>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6: Run and monitor your virtual instance</a:t>
            </a:r>
          </a:p>
          <a:p>
            <a:pPr marL="342900" indent="-342900">
              <a:buFont typeface="Courier New" panose="02070309020205020404" pitchFamily="49" charset="0"/>
              <a:buChar char="o"/>
            </a:pPr>
            <a:r>
              <a:rPr lang="en-US" sz="2200" dirty="0">
                <a:latin typeface="Aptos" panose="020B0004020202020204" pitchFamily="34" charset="0"/>
              </a:rPr>
              <a:t>Your instance should be up and running</a:t>
            </a:r>
          </a:p>
          <a:p>
            <a:pPr marL="342900" indent="-342900">
              <a:buFont typeface="Courier New" panose="02070309020205020404" pitchFamily="49" charset="0"/>
              <a:buChar char="o"/>
            </a:pPr>
            <a:r>
              <a:rPr lang="en-US" sz="2200" dirty="0">
                <a:latin typeface="Aptos" panose="020B0004020202020204" pitchFamily="34" charset="0"/>
              </a:rPr>
              <a:t>Click on the instance ID to monitor your instance</a:t>
            </a:r>
          </a:p>
          <a:p>
            <a:pPr marL="342900" indent="-342900">
              <a:buFont typeface="Courier New" panose="02070309020205020404" pitchFamily="49" charset="0"/>
              <a:buChar char="o"/>
            </a:pPr>
            <a:r>
              <a:rPr lang="en-US" sz="2200" dirty="0">
                <a:latin typeface="Aptos" panose="020B0004020202020204" pitchFamily="34" charset="0"/>
              </a:rPr>
              <a:t>Access information such as instance state, CPU and memory usage, storage, failed runs</a:t>
            </a:r>
          </a:p>
          <a:p>
            <a:pPr marL="342900" indent="-342900">
              <a:buFont typeface="Courier New" panose="02070309020205020404" pitchFamily="49" charset="0"/>
              <a:buChar char="o"/>
            </a:pPr>
            <a:r>
              <a:rPr lang="en-US" sz="2200" b="1" i="1" dirty="0">
                <a:latin typeface="Aptos" panose="020B0004020202020204" pitchFamily="34" charset="0"/>
              </a:rPr>
              <a:t>⚠️ Stop your instance once your job is done to avoid additional costs ⚠️ </a:t>
            </a:r>
          </a:p>
        </p:txBody>
      </p:sp>
      <p:pic>
        <p:nvPicPr>
          <p:cNvPr id="6" name="Picture 5">
            <a:extLst>
              <a:ext uri="{FF2B5EF4-FFF2-40B4-BE49-F238E27FC236}">
                <a16:creationId xmlns:a16="http://schemas.microsoft.com/office/drawing/2014/main" id="{30085BF9-8A7B-B05D-94B8-A93C8EDF8B30}"/>
              </a:ext>
            </a:extLst>
          </p:cNvPr>
          <p:cNvPicPr>
            <a:picLocks noChangeAspect="1"/>
          </p:cNvPicPr>
          <p:nvPr/>
        </p:nvPicPr>
        <p:blipFill>
          <a:blip r:embed="rId4"/>
          <a:stretch>
            <a:fillRect/>
          </a:stretch>
        </p:blipFill>
        <p:spPr>
          <a:xfrm>
            <a:off x="3160992" y="4027817"/>
            <a:ext cx="5029280" cy="2364191"/>
          </a:xfrm>
          <a:prstGeom prst="rect">
            <a:avLst/>
          </a:prstGeom>
        </p:spPr>
      </p:pic>
      <p:sp>
        <p:nvSpPr>
          <p:cNvPr id="10" name="Rectangle: Rounded Corners 9">
            <a:extLst>
              <a:ext uri="{FF2B5EF4-FFF2-40B4-BE49-F238E27FC236}">
                <a16:creationId xmlns:a16="http://schemas.microsoft.com/office/drawing/2014/main" id="{2041D296-B4D6-A9FB-AF9B-1D5E11E002E7}"/>
              </a:ext>
            </a:extLst>
          </p:cNvPr>
          <p:cNvSpPr/>
          <p:nvPr/>
        </p:nvSpPr>
        <p:spPr>
          <a:xfrm>
            <a:off x="4871755" y="4473676"/>
            <a:ext cx="2876064" cy="589937"/>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2004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91B79-BC98-F67E-6FC3-459DDE383E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2C4639D-F078-6764-A3F5-8DD92C5AFF4F}"/>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8EB9678-A45A-9076-EFB5-9ADA56F31A02}"/>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Topics Covered</a:t>
            </a:r>
          </a:p>
        </p:txBody>
      </p:sp>
      <p:pic>
        <p:nvPicPr>
          <p:cNvPr id="3" name="Picture 2" descr="A red circle with text and a shield with a book&#10;&#10;Description automatically generated">
            <a:extLst>
              <a:ext uri="{FF2B5EF4-FFF2-40B4-BE49-F238E27FC236}">
                <a16:creationId xmlns:a16="http://schemas.microsoft.com/office/drawing/2014/main" id="{E5F9A4FA-5691-B896-1D94-48B04AC32B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grpSp>
        <p:nvGrpSpPr>
          <p:cNvPr id="10" name="Group 9">
            <a:extLst>
              <a:ext uri="{FF2B5EF4-FFF2-40B4-BE49-F238E27FC236}">
                <a16:creationId xmlns:a16="http://schemas.microsoft.com/office/drawing/2014/main" id="{7B187AD0-63D8-23C7-ECBB-CA88D4947770}"/>
              </a:ext>
            </a:extLst>
          </p:cNvPr>
          <p:cNvGrpSpPr/>
          <p:nvPr/>
        </p:nvGrpSpPr>
        <p:grpSpPr>
          <a:xfrm>
            <a:off x="528550" y="3006966"/>
            <a:ext cx="10543594" cy="685800"/>
            <a:chOff x="587828" y="1856793"/>
            <a:chExt cx="10543594" cy="685800"/>
          </a:xfrm>
        </p:grpSpPr>
        <p:sp>
          <p:nvSpPr>
            <p:cNvPr id="11" name="TextBox 10">
              <a:extLst>
                <a:ext uri="{FF2B5EF4-FFF2-40B4-BE49-F238E27FC236}">
                  <a16:creationId xmlns:a16="http://schemas.microsoft.com/office/drawing/2014/main" id="{D9CC6E64-9973-CD3B-F07C-1B2602C335CA}"/>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Connecting to your instance via VS Code</a:t>
              </a:r>
            </a:p>
          </p:txBody>
        </p:sp>
        <p:grpSp>
          <p:nvGrpSpPr>
            <p:cNvPr id="12" name="Group 11">
              <a:extLst>
                <a:ext uri="{FF2B5EF4-FFF2-40B4-BE49-F238E27FC236}">
                  <a16:creationId xmlns:a16="http://schemas.microsoft.com/office/drawing/2014/main" id="{CC79AA74-57C8-DDF6-B20D-6D4057E4412B}"/>
                </a:ext>
              </a:extLst>
            </p:cNvPr>
            <p:cNvGrpSpPr/>
            <p:nvPr/>
          </p:nvGrpSpPr>
          <p:grpSpPr>
            <a:xfrm>
              <a:off x="587828" y="1856793"/>
              <a:ext cx="685800" cy="685800"/>
              <a:chOff x="475861" y="1763486"/>
              <a:chExt cx="685800" cy="685800"/>
            </a:xfrm>
          </p:grpSpPr>
          <p:sp>
            <p:nvSpPr>
              <p:cNvPr id="13" name="Oval 12">
                <a:extLst>
                  <a:ext uri="{FF2B5EF4-FFF2-40B4-BE49-F238E27FC236}">
                    <a16:creationId xmlns:a16="http://schemas.microsoft.com/office/drawing/2014/main" id="{4A3648BB-1FDC-2524-906E-ABB00B92DC77}"/>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04B3262-3B8B-DF77-521A-E4FFCD0C5E22}"/>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2</a:t>
                </a:r>
              </a:p>
            </p:txBody>
          </p:sp>
        </p:grpSp>
      </p:grpSp>
      <p:grpSp>
        <p:nvGrpSpPr>
          <p:cNvPr id="25" name="Group 24">
            <a:extLst>
              <a:ext uri="{FF2B5EF4-FFF2-40B4-BE49-F238E27FC236}">
                <a16:creationId xmlns:a16="http://schemas.microsoft.com/office/drawing/2014/main" id="{3CD1696D-AAE4-707A-613F-1B0303138CEC}"/>
              </a:ext>
            </a:extLst>
          </p:cNvPr>
          <p:cNvGrpSpPr/>
          <p:nvPr/>
        </p:nvGrpSpPr>
        <p:grpSpPr>
          <a:xfrm>
            <a:off x="528550" y="1990439"/>
            <a:ext cx="10543594" cy="685800"/>
            <a:chOff x="587828" y="1856793"/>
            <a:chExt cx="10543594" cy="685800"/>
          </a:xfrm>
        </p:grpSpPr>
        <p:sp>
          <p:nvSpPr>
            <p:cNvPr id="26" name="TextBox 25">
              <a:extLst>
                <a:ext uri="{FF2B5EF4-FFF2-40B4-BE49-F238E27FC236}">
                  <a16:creationId xmlns:a16="http://schemas.microsoft.com/office/drawing/2014/main" id="{1685A90A-EE96-B303-E77E-69F11B058CE2}"/>
                </a:ext>
              </a:extLst>
            </p:cNvPr>
            <p:cNvSpPr txBox="1"/>
            <p:nvPr/>
          </p:nvSpPr>
          <p:spPr>
            <a:xfrm>
              <a:off x="1653336" y="1909677"/>
              <a:ext cx="9478086" cy="553998"/>
            </a:xfrm>
            <a:prstGeom prst="rect">
              <a:avLst/>
            </a:prstGeom>
            <a:noFill/>
          </p:spPr>
          <p:txBody>
            <a:bodyPr wrap="square" rtlCol="0">
              <a:spAutoFit/>
            </a:bodyPr>
            <a:lstStyle/>
            <a:p>
              <a:r>
                <a:rPr lang="en-US" sz="3000" dirty="0">
                  <a:latin typeface="Aptos" panose="020B0004020202020204" pitchFamily="34" charset="0"/>
                </a:rPr>
                <a:t>Getting set up on Amazon AWS Cloud </a:t>
              </a:r>
            </a:p>
          </p:txBody>
        </p:sp>
        <p:grpSp>
          <p:nvGrpSpPr>
            <p:cNvPr id="27" name="Group 26">
              <a:extLst>
                <a:ext uri="{FF2B5EF4-FFF2-40B4-BE49-F238E27FC236}">
                  <a16:creationId xmlns:a16="http://schemas.microsoft.com/office/drawing/2014/main" id="{0C49C29E-DE15-E5F2-B16B-ED7CD183C288}"/>
                </a:ext>
              </a:extLst>
            </p:cNvPr>
            <p:cNvGrpSpPr/>
            <p:nvPr/>
          </p:nvGrpSpPr>
          <p:grpSpPr>
            <a:xfrm>
              <a:off x="587828" y="1856793"/>
              <a:ext cx="685800" cy="685800"/>
              <a:chOff x="475861" y="1763486"/>
              <a:chExt cx="685800" cy="685800"/>
            </a:xfrm>
          </p:grpSpPr>
          <p:sp>
            <p:nvSpPr>
              <p:cNvPr id="28" name="Oval 27">
                <a:extLst>
                  <a:ext uri="{FF2B5EF4-FFF2-40B4-BE49-F238E27FC236}">
                    <a16:creationId xmlns:a16="http://schemas.microsoft.com/office/drawing/2014/main" id="{FA4EBD06-B2CC-B450-7F13-D0189DDEE60F}"/>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619AD9D-6E92-D51F-222A-502E3ABFF8C8}"/>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1</a:t>
                </a:r>
              </a:p>
            </p:txBody>
          </p:sp>
        </p:grpSp>
      </p:grpSp>
      <p:grpSp>
        <p:nvGrpSpPr>
          <p:cNvPr id="4" name="Group 3">
            <a:extLst>
              <a:ext uri="{FF2B5EF4-FFF2-40B4-BE49-F238E27FC236}">
                <a16:creationId xmlns:a16="http://schemas.microsoft.com/office/drawing/2014/main" id="{8F24AF8C-E3FF-0609-E137-7CF584975BEA}"/>
              </a:ext>
            </a:extLst>
          </p:cNvPr>
          <p:cNvGrpSpPr/>
          <p:nvPr/>
        </p:nvGrpSpPr>
        <p:grpSpPr>
          <a:xfrm>
            <a:off x="528550" y="4097905"/>
            <a:ext cx="10543594" cy="685800"/>
            <a:chOff x="587828" y="1856793"/>
            <a:chExt cx="10543594" cy="685800"/>
          </a:xfrm>
        </p:grpSpPr>
        <p:sp>
          <p:nvSpPr>
            <p:cNvPr id="5" name="TextBox 4">
              <a:extLst>
                <a:ext uri="{FF2B5EF4-FFF2-40B4-BE49-F238E27FC236}">
                  <a16:creationId xmlns:a16="http://schemas.microsoft.com/office/drawing/2014/main" id="{ECE04F04-0C91-A9C6-2857-276D154D8FCB}"/>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Demo: The Mandelbrot Set</a:t>
              </a:r>
            </a:p>
          </p:txBody>
        </p:sp>
        <p:grpSp>
          <p:nvGrpSpPr>
            <p:cNvPr id="6" name="Group 5">
              <a:extLst>
                <a:ext uri="{FF2B5EF4-FFF2-40B4-BE49-F238E27FC236}">
                  <a16:creationId xmlns:a16="http://schemas.microsoft.com/office/drawing/2014/main" id="{D4D87ED5-B418-171A-8D0A-703416287752}"/>
                </a:ext>
              </a:extLst>
            </p:cNvPr>
            <p:cNvGrpSpPr/>
            <p:nvPr/>
          </p:nvGrpSpPr>
          <p:grpSpPr>
            <a:xfrm>
              <a:off x="587828" y="1856793"/>
              <a:ext cx="685800" cy="685800"/>
              <a:chOff x="475861" y="1763486"/>
              <a:chExt cx="685800" cy="685800"/>
            </a:xfrm>
          </p:grpSpPr>
          <p:sp>
            <p:nvSpPr>
              <p:cNvPr id="7" name="Oval 6">
                <a:extLst>
                  <a:ext uri="{FF2B5EF4-FFF2-40B4-BE49-F238E27FC236}">
                    <a16:creationId xmlns:a16="http://schemas.microsoft.com/office/drawing/2014/main" id="{4C345DD4-8335-B750-06B5-762D7FCCBB45}"/>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B5D423A-634E-C58A-02EC-6A45637CC0FB}"/>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3</a:t>
                </a:r>
              </a:p>
            </p:txBody>
          </p:sp>
        </p:grpSp>
      </p:grpSp>
      <p:grpSp>
        <p:nvGrpSpPr>
          <p:cNvPr id="15" name="Group 14">
            <a:extLst>
              <a:ext uri="{FF2B5EF4-FFF2-40B4-BE49-F238E27FC236}">
                <a16:creationId xmlns:a16="http://schemas.microsoft.com/office/drawing/2014/main" id="{38A79385-DC3F-C0C8-8F3E-ABD52DB64B41}"/>
              </a:ext>
            </a:extLst>
          </p:cNvPr>
          <p:cNvGrpSpPr/>
          <p:nvPr/>
        </p:nvGrpSpPr>
        <p:grpSpPr>
          <a:xfrm>
            <a:off x="528550" y="5098940"/>
            <a:ext cx="10543594" cy="685800"/>
            <a:chOff x="587828" y="1856793"/>
            <a:chExt cx="10543594" cy="685800"/>
          </a:xfrm>
        </p:grpSpPr>
        <p:sp>
          <p:nvSpPr>
            <p:cNvPr id="16" name="TextBox 15">
              <a:extLst>
                <a:ext uri="{FF2B5EF4-FFF2-40B4-BE49-F238E27FC236}">
                  <a16:creationId xmlns:a16="http://schemas.microsoft.com/office/drawing/2014/main" id="{728E1C10-936C-EFE3-ABB1-0A885A8B4C76}"/>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HPC Resources</a:t>
              </a:r>
            </a:p>
          </p:txBody>
        </p:sp>
        <p:grpSp>
          <p:nvGrpSpPr>
            <p:cNvPr id="17" name="Group 16">
              <a:extLst>
                <a:ext uri="{FF2B5EF4-FFF2-40B4-BE49-F238E27FC236}">
                  <a16:creationId xmlns:a16="http://schemas.microsoft.com/office/drawing/2014/main" id="{213CC617-7E2C-60DB-BF1A-6C816649EEFB}"/>
                </a:ext>
              </a:extLst>
            </p:cNvPr>
            <p:cNvGrpSpPr/>
            <p:nvPr/>
          </p:nvGrpSpPr>
          <p:grpSpPr>
            <a:xfrm>
              <a:off x="587828" y="1856793"/>
              <a:ext cx="685800" cy="685800"/>
              <a:chOff x="475861" y="1763486"/>
              <a:chExt cx="685800" cy="685800"/>
            </a:xfrm>
          </p:grpSpPr>
          <p:sp>
            <p:nvSpPr>
              <p:cNvPr id="18" name="Oval 17">
                <a:extLst>
                  <a:ext uri="{FF2B5EF4-FFF2-40B4-BE49-F238E27FC236}">
                    <a16:creationId xmlns:a16="http://schemas.microsoft.com/office/drawing/2014/main" id="{0605B20C-1D80-EE03-FD6D-8AE37373E2A7}"/>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49E3399-457B-2351-05DC-6F7DF4ECD417}"/>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4</a:t>
                </a:r>
              </a:p>
            </p:txBody>
          </p:sp>
        </p:grpSp>
      </p:grpSp>
      <p:sp>
        <p:nvSpPr>
          <p:cNvPr id="20" name="Rectangle 19">
            <a:extLst>
              <a:ext uri="{FF2B5EF4-FFF2-40B4-BE49-F238E27FC236}">
                <a16:creationId xmlns:a16="http://schemas.microsoft.com/office/drawing/2014/main" id="{0D2DAF9F-F3E0-F2CF-339E-24588A669FEA}"/>
              </a:ext>
            </a:extLst>
          </p:cNvPr>
          <p:cNvSpPr/>
          <p:nvPr/>
        </p:nvSpPr>
        <p:spPr>
          <a:xfrm>
            <a:off x="298938" y="1847088"/>
            <a:ext cx="8625606" cy="1025823"/>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B4BF598-F195-5AE5-839D-F844160DC70C}"/>
              </a:ext>
            </a:extLst>
          </p:cNvPr>
          <p:cNvSpPr/>
          <p:nvPr/>
        </p:nvSpPr>
        <p:spPr>
          <a:xfrm>
            <a:off x="368211" y="3822315"/>
            <a:ext cx="8625606" cy="2551819"/>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0164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1ACC-8737-5074-DB31-2421311CC4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1DD286-BDEF-7211-F175-49BD6A601AB7}"/>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EDBA36F-0953-825B-59C0-F30269DE1B54}"/>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Connecting via VS Code</a:t>
            </a:r>
          </a:p>
        </p:txBody>
      </p:sp>
      <p:pic>
        <p:nvPicPr>
          <p:cNvPr id="3" name="Picture 2" descr="A red circle with text and a shield with a book&#10;&#10;Description automatically generated">
            <a:extLst>
              <a:ext uri="{FF2B5EF4-FFF2-40B4-BE49-F238E27FC236}">
                <a16:creationId xmlns:a16="http://schemas.microsoft.com/office/drawing/2014/main" id="{8FB39FA7-A659-A021-6AA5-F78ED37315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D98F05D8-9F0F-E1C4-5585-0B81CF947907}"/>
              </a:ext>
            </a:extLst>
          </p:cNvPr>
          <p:cNvSpPr txBox="1"/>
          <p:nvPr/>
        </p:nvSpPr>
        <p:spPr>
          <a:xfrm>
            <a:off x="411418" y="1732645"/>
            <a:ext cx="11259472"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1a: Connect to VS Code via SSH</a:t>
            </a:r>
          </a:p>
        </p:txBody>
      </p:sp>
      <p:pic>
        <p:nvPicPr>
          <p:cNvPr id="6" name="Picture 5">
            <a:extLst>
              <a:ext uri="{FF2B5EF4-FFF2-40B4-BE49-F238E27FC236}">
                <a16:creationId xmlns:a16="http://schemas.microsoft.com/office/drawing/2014/main" id="{19873307-1B72-2437-286E-4354077C21C6}"/>
              </a:ext>
            </a:extLst>
          </p:cNvPr>
          <p:cNvPicPr>
            <a:picLocks noChangeAspect="1"/>
          </p:cNvPicPr>
          <p:nvPr/>
        </p:nvPicPr>
        <p:blipFill>
          <a:blip r:embed="rId4"/>
          <a:stretch>
            <a:fillRect/>
          </a:stretch>
        </p:blipFill>
        <p:spPr>
          <a:xfrm>
            <a:off x="1222354" y="2239856"/>
            <a:ext cx="10212264" cy="1357326"/>
          </a:xfrm>
          <a:prstGeom prst="rect">
            <a:avLst/>
          </a:prstGeom>
        </p:spPr>
      </p:pic>
      <p:sp>
        <p:nvSpPr>
          <p:cNvPr id="10" name="Rectangle: Rounded Corners 9">
            <a:extLst>
              <a:ext uri="{FF2B5EF4-FFF2-40B4-BE49-F238E27FC236}">
                <a16:creationId xmlns:a16="http://schemas.microsoft.com/office/drawing/2014/main" id="{7BC1F049-5274-C8C4-6AB7-8884CE360B74}"/>
              </a:ext>
            </a:extLst>
          </p:cNvPr>
          <p:cNvSpPr/>
          <p:nvPr/>
        </p:nvSpPr>
        <p:spPr>
          <a:xfrm>
            <a:off x="6031345" y="2124003"/>
            <a:ext cx="1930400" cy="589937"/>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A02D0D4-30F5-558A-E46D-5E51CC5E37B6}"/>
              </a:ext>
            </a:extLst>
          </p:cNvPr>
          <p:cNvPicPr>
            <a:picLocks noChangeAspect="1"/>
          </p:cNvPicPr>
          <p:nvPr/>
        </p:nvPicPr>
        <p:blipFill>
          <a:blip r:embed="rId5"/>
          <a:stretch>
            <a:fillRect/>
          </a:stretch>
        </p:blipFill>
        <p:spPr>
          <a:xfrm>
            <a:off x="1539431" y="3689005"/>
            <a:ext cx="9113137" cy="3008268"/>
          </a:xfrm>
          <a:prstGeom prst="rect">
            <a:avLst/>
          </a:prstGeom>
        </p:spPr>
      </p:pic>
    </p:spTree>
    <p:extLst>
      <p:ext uri="{BB962C8B-B14F-4D97-AF65-F5344CB8AC3E}">
        <p14:creationId xmlns:p14="http://schemas.microsoft.com/office/powerpoint/2010/main" val="1144781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5E9FD-3984-4CA2-066D-DA5DF8A144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7FD15DC-14FE-2815-E461-2BBD0723BF58}"/>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2C99841-F46B-6D9D-1E31-32F1FCEF719F}"/>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Connecting via VS Code</a:t>
            </a:r>
          </a:p>
        </p:txBody>
      </p:sp>
      <p:pic>
        <p:nvPicPr>
          <p:cNvPr id="3" name="Picture 2" descr="A red circle with text and a shield with a book&#10;&#10;Description automatically generated">
            <a:extLst>
              <a:ext uri="{FF2B5EF4-FFF2-40B4-BE49-F238E27FC236}">
                <a16:creationId xmlns:a16="http://schemas.microsoft.com/office/drawing/2014/main" id="{99CADF33-9B6B-245B-2FF6-5FF46B38FF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D28ED967-4DDB-4206-B999-B25F90BECAB3}"/>
              </a:ext>
            </a:extLst>
          </p:cNvPr>
          <p:cNvSpPr txBox="1"/>
          <p:nvPr/>
        </p:nvSpPr>
        <p:spPr>
          <a:xfrm>
            <a:off x="411418" y="1732645"/>
            <a:ext cx="11259472"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1b: Open a Remote Window in VS Code</a:t>
            </a:r>
          </a:p>
        </p:txBody>
      </p:sp>
      <p:pic>
        <p:nvPicPr>
          <p:cNvPr id="5" name="Picture 4">
            <a:extLst>
              <a:ext uri="{FF2B5EF4-FFF2-40B4-BE49-F238E27FC236}">
                <a16:creationId xmlns:a16="http://schemas.microsoft.com/office/drawing/2014/main" id="{8CA691FF-E30A-A75B-644F-00B063F47C80}"/>
              </a:ext>
            </a:extLst>
          </p:cNvPr>
          <p:cNvPicPr>
            <a:picLocks noChangeAspect="1"/>
          </p:cNvPicPr>
          <p:nvPr/>
        </p:nvPicPr>
        <p:blipFill>
          <a:blip r:embed="rId4"/>
          <a:stretch>
            <a:fillRect/>
          </a:stretch>
        </p:blipFill>
        <p:spPr>
          <a:xfrm>
            <a:off x="1486527" y="2194310"/>
            <a:ext cx="7805255" cy="4635898"/>
          </a:xfrm>
          <a:prstGeom prst="rect">
            <a:avLst/>
          </a:prstGeom>
        </p:spPr>
      </p:pic>
      <p:sp>
        <p:nvSpPr>
          <p:cNvPr id="11" name="Rectangle: Rounded Corners 10">
            <a:extLst>
              <a:ext uri="{FF2B5EF4-FFF2-40B4-BE49-F238E27FC236}">
                <a16:creationId xmlns:a16="http://schemas.microsoft.com/office/drawing/2014/main" id="{2D05F4E2-9C98-E57F-B8EF-8EF553649E29}"/>
              </a:ext>
            </a:extLst>
          </p:cNvPr>
          <p:cNvSpPr/>
          <p:nvPr/>
        </p:nvSpPr>
        <p:spPr>
          <a:xfrm>
            <a:off x="1462187" y="6585526"/>
            <a:ext cx="357378" cy="244681"/>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05350C09-1CA4-5D03-F01C-2955668BF86F}"/>
              </a:ext>
            </a:extLst>
          </p:cNvPr>
          <p:cNvCxnSpPr/>
          <p:nvPr/>
        </p:nvCxnSpPr>
        <p:spPr>
          <a:xfrm>
            <a:off x="896112" y="6089904"/>
            <a:ext cx="590415" cy="466344"/>
          </a:xfrm>
          <a:prstGeom prst="straightConnector1">
            <a:avLst/>
          </a:prstGeom>
          <a:ln w="5715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204061E8-46B6-7189-E62A-1753DF6C663A}"/>
              </a:ext>
            </a:extLst>
          </p:cNvPr>
          <p:cNvSpPr/>
          <p:nvPr/>
        </p:nvSpPr>
        <p:spPr>
          <a:xfrm>
            <a:off x="3840550" y="2586182"/>
            <a:ext cx="3474650" cy="258618"/>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ED7CA53B-0F16-B45B-E297-0B48BAEB0DDD}"/>
              </a:ext>
            </a:extLst>
          </p:cNvPr>
          <p:cNvCxnSpPr>
            <a:cxnSpLocks/>
          </p:cNvCxnSpPr>
          <p:nvPr/>
        </p:nvCxnSpPr>
        <p:spPr>
          <a:xfrm>
            <a:off x="2974109" y="2715491"/>
            <a:ext cx="866441" cy="0"/>
          </a:xfrm>
          <a:prstGeom prst="straightConnector1">
            <a:avLst/>
          </a:prstGeom>
          <a:ln w="57150">
            <a:solidFill>
              <a:srgbClr val="FF99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8009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6BF90-6C1E-A583-BB7A-D40ED6C005D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EAA27C-CD66-5BAD-1CAD-38969760A0BF}"/>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088AA23-3134-6C20-BF53-AB9D4D722CA9}"/>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Connecting via VS Code</a:t>
            </a:r>
          </a:p>
        </p:txBody>
      </p:sp>
      <p:pic>
        <p:nvPicPr>
          <p:cNvPr id="3" name="Picture 2" descr="A red circle with text and a shield with a book&#10;&#10;Description automatically generated">
            <a:extLst>
              <a:ext uri="{FF2B5EF4-FFF2-40B4-BE49-F238E27FC236}">
                <a16:creationId xmlns:a16="http://schemas.microsoft.com/office/drawing/2014/main" id="{20557DEA-718D-90E4-38BD-DA05D60CCD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D39194B7-293B-F0FB-FF57-751DAC35DDB9}"/>
              </a:ext>
            </a:extLst>
          </p:cNvPr>
          <p:cNvSpPr txBox="1"/>
          <p:nvPr/>
        </p:nvSpPr>
        <p:spPr>
          <a:xfrm>
            <a:off x="411418" y="1732645"/>
            <a:ext cx="11259472"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1b: Open a Remote Window in VS Code</a:t>
            </a:r>
          </a:p>
        </p:txBody>
      </p:sp>
      <p:cxnSp>
        <p:nvCxnSpPr>
          <p:cNvPr id="18" name="Straight Arrow Connector 17">
            <a:extLst>
              <a:ext uri="{FF2B5EF4-FFF2-40B4-BE49-F238E27FC236}">
                <a16:creationId xmlns:a16="http://schemas.microsoft.com/office/drawing/2014/main" id="{47B5BA7D-6902-FB40-C96E-EFAC82E17C2C}"/>
              </a:ext>
            </a:extLst>
          </p:cNvPr>
          <p:cNvCxnSpPr>
            <a:cxnSpLocks/>
          </p:cNvCxnSpPr>
          <p:nvPr/>
        </p:nvCxnSpPr>
        <p:spPr>
          <a:xfrm>
            <a:off x="1200516" y="4610738"/>
            <a:ext cx="866441" cy="0"/>
          </a:xfrm>
          <a:prstGeom prst="straightConnector1">
            <a:avLst/>
          </a:prstGeom>
          <a:ln w="57150">
            <a:solidFill>
              <a:srgbClr val="FF9900"/>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2A40E02-5412-F53F-94D0-457ABD4B2151}"/>
              </a:ext>
            </a:extLst>
          </p:cNvPr>
          <p:cNvPicPr>
            <a:picLocks noChangeAspect="1"/>
          </p:cNvPicPr>
          <p:nvPr/>
        </p:nvPicPr>
        <p:blipFill>
          <a:blip r:embed="rId4"/>
          <a:stretch>
            <a:fillRect/>
          </a:stretch>
        </p:blipFill>
        <p:spPr>
          <a:xfrm>
            <a:off x="2218784" y="2157653"/>
            <a:ext cx="7754432" cy="2143424"/>
          </a:xfrm>
          <a:prstGeom prst="rect">
            <a:avLst/>
          </a:prstGeom>
        </p:spPr>
      </p:pic>
      <p:sp>
        <p:nvSpPr>
          <p:cNvPr id="17" name="Rectangle: Rounded Corners 16">
            <a:extLst>
              <a:ext uri="{FF2B5EF4-FFF2-40B4-BE49-F238E27FC236}">
                <a16:creationId xmlns:a16="http://schemas.microsoft.com/office/drawing/2014/main" id="{2D9729A0-9E4B-F42A-331B-0D8A2BE213E9}"/>
              </a:ext>
            </a:extLst>
          </p:cNvPr>
          <p:cNvSpPr/>
          <p:nvPr/>
        </p:nvSpPr>
        <p:spPr>
          <a:xfrm>
            <a:off x="2491469" y="3462847"/>
            <a:ext cx="2938941" cy="263782"/>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2B4BBE6-F95C-DC37-4D11-25F7D8A3D954}"/>
              </a:ext>
            </a:extLst>
          </p:cNvPr>
          <p:cNvSpPr txBox="1"/>
          <p:nvPr/>
        </p:nvSpPr>
        <p:spPr>
          <a:xfrm>
            <a:off x="2066957" y="5459794"/>
            <a:ext cx="8351661" cy="830997"/>
          </a:xfrm>
          <a:prstGeom prst="rect">
            <a:avLst/>
          </a:prstGeom>
          <a:noFill/>
        </p:spPr>
        <p:txBody>
          <a:bodyPr wrap="square" rtlCol="0">
            <a:spAutoFit/>
          </a:bodyPr>
          <a:lstStyle/>
          <a:p>
            <a:pPr marL="342900" indent="-342900">
              <a:buFont typeface="Courier New" panose="02070309020205020404" pitchFamily="49" charset="0"/>
              <a:buChar char="o"/>
            </a:pPr>
            <a:r>
              <a:rPr lang="en-US" sz="2400" dirty="0">
                <a:latin typeface="Aptos" panose="020B0004020202020204" pitchFamily="34" charset="0"/>
              </a:rPr>
              <a:t>Copy and paste your AWS SSH key into the text box</a:t>
            </a:r>
          </a:p>
          <a:p>
            <a:pPr marL="342900" indent="-342900">
              <a:buFont typeface="Courier New" panose="02070309020205020404" pitchFamily="49" charset="0"/>
              <a:buChar char="o"/>
            </a:pPr>
            <a:r>
              <a:rPr lang="en-US" sz="2400" dirty="0">
                <a:latin typeface="Aptos" panose="020B0004020202020204" pitchFamily="34" charset="0"/>
              </a:rPr>
              <a:t>Ensure that the </a:t>
            </a:r>
            <a:r>
              <a:rPr lang="en-US" sz="2400" b="1" dirty="0">
                <a:solidFill>
                  <a:srgbClr val="C00000"/>
                </a:solidFill>
                <a:latin typeface="Aptos" panose="020B0004020202020204" pitchFamily="34" charset="0"/>
              </a:rPr>
              <a:t>correct location to your key is provided  </a:t>
            </a:r>
          </a:p>
        </p:txBody>
      </p:sp>
      <p:pic>
        <p:nvPicPr>
          <p:cNvPr id="12" name="Picture 11">
            <a:extLst>
              <a:ext uri="{FF2B5EF4-FFF2-40B4-BE49-F238E27FC236}">
                <a16:creationId xmlns:a16="http://schemas.microsoft.com/office/drawing/2014/main" id="{B4DF0D22-713F-5A9A-ADA5-F0B8F2FF9871}"/>
              </a:ext>
            </a:extLst>
          </p:cNvPr>
          <p:cNvPicPr>
            <a:picLocks noChangeAspect="1"/>
          </p:cNvPicPr>
          <p:nvPr/>
        </p:nvPicPr>
        <p:blipFill>
          <a:blip r:embed="rId5"/>
          <a:stretch>
            <a:fillRect/>
          </a:stretch>
        </p:blipFill>
        <p:spPr>
          <a:xfrm>
            <a:off x="2218784" y="4401124"/>
            <a:ext cx="7297168" cy="809738"/>
          </a:xfrm>
          <a:prstGeom prst="rect">
            <a:avLst/>
          </a:prstGeom>
        </p:spPr>
      </p:pic>
      <p:cxnSp>
        <p:nvCxnSpPr>
          <p:cNvPr id="13" name="Straight Arrow Connector 12">
            <a:extLst>
              <a:ext uri="{FF2B5EF4-FFF2-40B4-BE49-F238E27FC236}">
                <a16:creationId xmlns:a16="http://schemas.microsoft.com/office/drawing/2014/main" id="{B2CAD188-D112-384D-E573-899A6BA0978F}"/>
              </a:ext>
            </a:extLst>
          </p:cNvPr>
          <p:cNvCxnSpPr>
            <a:cxnSpLocks/>
          </p:cNvCxnSpPr>
          <p:nvPr/>
        </p:nvCxnSpPr>
        <p:spPr>
          <a:xfrm>
            <a:off x="1200516" y="3601149"/>
            <a:ext cx="866441" cy="0"/>
          </a:xfrm>
          <a:prstGeom prst="straightConnector1">
            <a:avLst/>
          </a:prstGeom>
          <a:ln w="57150">
            <a:solidFill>
              <a:srgbClr val="FF99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251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B92F-B8A2-E5B5-D640-5C3A83E0EAB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EA3B7BD-8615-ADF9-CC87-079B372AD7B9}"/>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B3F90F3-6F1B-F8E1-BAE2-E4B6411F2047}"/>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Connecting via VS Code</a:t>
            </a:r>
          </a:p>
        </p:txBody>
      </p:sp>
      <p:pic>
        <p:nvPicPr>
          <p:cNvPr id="3" name="Picture 2" descr="A red circle with text and a shield with a book&#10;&#10;Description automatically generated">
            <a:extLst>
              <a:ext uri="{FF2B5EF4-FFF2-40B4-BE49-F238E27FC236}">
                <a16:creationId xmlns:a16="http://schemas.microsoft.com/office/drawing/2014/main" id="{59C1053F-5789-D7E9-376D-66AF7550A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1DD4812D-4470-A0AC-0F33-03505D26D7EC}"/>
              </a:ext>
            </a:extLst>
          </p:cNvPr>
          <p:cNvSpPr txBox="1"/>
          <p:nvPr/>
        </p:nvSpPr>
        <p:spPr>
          <a:xfrm>
            <a:off x="411418" y="1732645"/>
            <a:ext cx="11259472"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1b: Open a Remote Window in VS Code</a:t>
            </a:r>
          </a:p>
        </p:txBody>
      </p:sp>
      <p:pic>
        <p:nvPicPr>
          <p:cNvPr id="22" name="Picture 21">
            <a:extLst>
              <a:ext uri="{FF2B5EF4-FFF2-40B4-BE49-F238E27FC236}">
                <a16:creationId xmlns:a16="http://schemas.microsoft.com/office/drawing/2014/main" id="{A59A6830-4ACC-07C4-8D30-56282DB80FA7}"/>
              </a:ext>
            </a:extLst>
          </p:cNvPr>
          <p:cNvPicPr>
            <a:picLocks noChangeAspect="1"/>
          </p:cNvPicPr>
          <p:nvPr/>
        </p:nvPicPr>
        <p:blipFill>
          <a:blip r:embed="rId4"/>
          <a:stretch>
            <a:fillRect/>
          </a:stretch>
        </p:blipFill>
        <p:spPr>
          <a:xfrm>
            <a:off x="2218784" y="2157653"/>
            <a:ext cx="7754432" cy="2143424"/>
          </a:xfrm>
          <a:prstGeom prst="rect">
            <a:avLst/>
          </a:prstGeom>
        </p:spPr>
      </p:pic>
      <p:sp>
        <p:nvSpPr>
          <p:cNvPr id="17" name="Rectangle: Rounded Corners 16">
            <a:extLst>
              <a:ext uri="{FF2B5EF4-FFF2-40B4-BE49-F238E27FC236}">
                <a16:creationId xmlns:a16="http://schemas.microsoft.com/office/drawing/2014/main" id="{57C6FE23-C8EE-B02C-71B3-9F8C202C7849}"/>
              </a:ext>
            </a:extLst>
          </p:cNvPr>
          <p:cNvSpPr/>
          <p:nvPr/>
        </p:nvSpPr>
        <p:spPr>
          <a:xfrm>
            <a:off x="2436051" y="2652812"/>
            <a:ext cx="3567585" cy="293587"/>
          </a:xfrm>
          <a:prstGeom prst="roundRect">
            <a:avLst/>
          </a:prstGeom>
          <a:noFill/>
          <a:ln w="28575">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574DAC2-D1F9-C8BB-D832-A4F32CDC59E2}"/>
              </a:ext>
            </a:extLst>
          </p:cNvPr>
          <p:cNvSpPr txBox="1"/>
          <p:nvPr/>
        </p:nvSpPr>
        <p:spPr>
          <a:xfrm>
            <a:off x="1742584" y="4471503"/>
            <a:ext cx="8351661" cy="1200329"/>
          </a:xfrm>
          <a:prstGeom prst="rect">
            <a:avLst/>
          </a:prstGeom>
          <a:noFill/>
        </p:spPr>
        <p:txBody>
          <a:bodyPr wrap="square" rtlCol="0">
            <a:spAutoFit/>
          </a:bodyPr>
          <a:lstStyle/>
          <a:p>
            <a:pPr marL="342900" indent="-342900">
              <a:buFont typeface="Courier New" panose="02070309020205020404" pitchFamily="49" charset="0"/>
              <a:buChar char="o"/>
            </a:pPr>
            <a:r>
              <a:rPr lang="en-US" sz="2400" dirty="0">
                <a:latin typeface="Aptos" panose="020B0004020202020204" pitchFamily="34" charset="0"/>
              </a:rPr>
              <a:t>Once the host has been configured, click on the new SSH host to launch </a:t>
            </a:r>
          </a:p>
          <a:p>
            <a:pPr marL="342900" indent="-342900">
              <a:buFont typeface="Courier New" panose="02070309020205020404" pitchFamily="49" charset="0"/>
              <a:buChar char="o"/>
            </a:pPr>
            <a:r>
              <a:rPr lang="en-US" sz="2400" b="1" dirty="0">
                <a:solidFill>
                  <a:srgbClr val="C00000"/>
                </a:solidFill>
                <a:latin typeface="Aptos" panose="020B0004020202020204" pitchFamily="34" charset="0"/>
              </a:rPr>
              <a:t>Select Linux as the operating system</a:t>
            </a:r>
          </a:p>
        </p:txBody>
      </p:sp>
      <p:cxnSp>
        <p:nvCxnSpPr>
          <p:cNvPr id="13" name="Straight Arrow Connector 12">
            <a:extLst>
              <a:ext uri="{FF2B5EF4-FFF2-40B4-BE49-F238E27FC236}">
                <a16:creationId xmlns:a16="http://schemas.microsoft.com/office/drawing/2014/main" id="{8515476F-D626-FA43-4122-BF43097607D2}"/>
              </a:ext>
            </a:extLst>
          </p:cNvPr>
          <p:cNvCxnSpPr>
            <a:cxnSpLocks/>
          </p:cNvCxnSpPr>
          <p:nvPr/>
        </p:nvCxnSpPr>
        <p:spPr>
          <a:xfrm>
            <a:off x="1309364" y="2853003"/>
            <a:ext cx="866441" cy="0"/>
          </a:xfrm>
          <a:prstGeom prst="straightConnector1">
            <a:avLst/>
          </a:prstGeom>
          <a:ln w="57150">
            <a:solidFill>
              <a:srgbClr val="FF99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2698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D20D2-1AA4-185C-5480-FE76E4B2FD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2648D9-15FC-D78A-3CA9-4F832196F601}"/>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84008CD-6368-56EC-3F52-F162E4583E7F}"/>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Connecting via VS Code</a:t>
            </a:r>
          </a:p>
        </p:txBody>
      </p:sp>
      <p:pic>
        <p:nvPicPr>
          <p:cNvPr id="3" name="Picture 2" descr="A red circle with text and a shield with a book&#10;&#10;Description automatically generated">
            <a:extLst>
              <a:ext uri="{FF2B5EF4-FFF2-40B4-BE49-F238E27FC236}">
                <a16:creationId xmlns:a16="http://schemas.microsoft.com/office/drawing/2014/main" id="{6C4D09EB-68DE-C96E-F54F-95E3DC2736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88AC322F-CDBF-8B2D-EB37-622BD64FDADB}"/>
              </a:ext>
            </a:extLst>
          </p:cNvPr>
          <p:cNvSpPr txBox="1"/>
          <p:nvPr/>
        </p:nvSpPr>
        <p:spPr>
          <a:xfrm>
            <a:off x="411418" y="1732645"/>
            <a:ext cx="11259472"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2: Configure Git on your AWS Instance and clone the repository</a:t>
            </a:r>
          </a:p>
        </p:txBody>
      </p:sp>
      <p:sp>
        <p:nvSpPr>
          <p:cNvPr id="7" name="TextBox 6">
            <a:extLst>
              <a:ext uri="{FF2B5EF4-FFF2-40B4-BE49-F238E27FC236}">
                <a16:creationId xmlns:a16="http://schemas.microsoft.com/office/drawing/2014/main" id="{CD0320BB-982A-CEB1-12D2-A162D0D4096E}"/>
              </a:ext>
            </a:extLst>
          </p:cNvPr>
          <p:cNvSpPr txBox="1"/>
          <p:nvPr/>
        </p:nvSpPr>
        <p:spPr>
          <a:xfrm>
            <a:off x="467158" y="2312902"/>
            <a:ext cx="11147992" cy="3046988"/>
          </a:xfrm>
          <a:prstGeom prst="rect">
            <a:avLst/>
          </a:prstGeom>
          <a:noFill/>
        </p:spPr>
        <p:txBody>
          <a:bodyPr wrap="square" rtlCol="0">
            <a:spAutoFit/>
          </a:bodyPr>
          <a:lstStyle/>
          <a:p>
            <a:pPr marL="342900" indent="-342900">
              <a:buFont typeface="Courier New" panose="02070309020205020404" pitchFamily="49" charset="0"/>
              <a:buChar char="o"/>
            </a:pPr>
            <a:r>
              <a:rPr lang="en-US" sz="2400" dirty="0">
                <a:latin typeface="Aptos" panose="020B0004020202020204" pitchFamily="34" charset="0"/>
              </a:rPr>
              <a:t>Update your system using </a:t>
            </a:r>
          </a:p>
          <a:p>
            <a:pPr algn="ct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dnf</a:t>
            </a:r>
            <a:r>
              <a:rPr lang="en-US" sz="2400" dirty="0">
                <a:latin typeface="Courier New" panose="02070309020205020404" pitchFamily="49" charset="0"/>
                <a:cs typeface="Courier New" panose="02070309020205020404" pitchFamily="49" charset="0"/>
              </a:rPr>
              <a:t> update –y</a:t>
            </a:r>
            <a:endParaRPr lang="en-US" sz="2400" dirty="0">
              <a:latin typeface="Aptos" panose="020B0004020202020204" pitchFamily="34" charset="0"/>
              <a:cs typeface="Courier New" panose="02070309020205020404" pitchFamily="49" charset="0"/>
            </a:endParaRPr>
          </a:p>
          <a:p>
            <a:pPr marL="342900" indent="-342900">
              <a:buFont typeface="Courier New" panose="02070309020205020404" pitchFamily="49" charset="0"/>
              <a:buChar char="o"/>
            </a:pPr>
            <a:endParaRPr lang="en-US" sz="2400" dirty="0">
              <a:latin typeface="Aptos" panose="020B0004020202020204" pitchFamily="34" charset="0"/>
              <a:cs typeface="Courier New" panose="02070309020205020404" pitchFamily="49" charset="0"/>
            </a:endParaRPr>
          </a:p>
          <a:p>
            <a:pPr marL="342900" indent="-342900">
              <a:buFont typeface="Courier New" panose="02070309020205020404" pitchFamily="49" charset="0"/>
              <a:buChar char="o"/>
            </a:pPr>
            <a:r>
              <a:rPr lang="en-US" sz="2400" dirty="0">
                <a:latin typeface="Aptos" panose="020B0004020202020204" pitchFamily="34" charset="0"/>
                <a:cs typeface="Courier New" panose="02070309020205020404" pitchFamily="49" charset="0"/>
              </a:rPr>
              <a:t>Install Git using </a:t>
            </a:r>
          </a:p>
          <a:p>
            <a:pPr algn="ct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dnf</a:t>
            </a:r>
            <a:r>
              <a:rPr lang="en-US" sz="2400" dirty="0">
                <a:latin typeface="Courier New" panose="02070309020205020404" pitchFamily="49" charset="0"/>
                <a:cs typeface="Courier New" panose="02070309020205020404" pitchFamily="49" charset="0"/>
              </a:rPr>
              <a:t> install git –y</a:t>
            </a:r>
          </a:p>
          <a:p>
            <a:pPr marL="342900" indent="-342900">
              <a:buFont typeface="Courier New" panose="02070309020205020404" pitchFamily="49" charset="0"/>
              <a:buChar char="o"/>
            </a:pPr>
            <a:endParaRPr lang="en-US" sz="2400" dirty="0">
              <a:latin typeface="Aptos" panose="020B0004020202020204" pitchFamily="34" charset="0"/>
              <a:cs typeface="Courier New" panose="02070309020205020404" pitchFamily="49" charset="0"/>
            </a:endParaRPr>
          </a:p>
          <a:p>
            <a:pPr marL="342900" indent="-342900">
              <a:buFont typeface="Courier New" panose="02070309020205020404" pitchFamily="49" charset="0"/>
              <a:buChar char="o"/>
            </a:pPr>
            <a:r>
              <a:rPr lang="en-US" sz="2400" dirty="0">
                <a:latin typeface="Aptos" panose="020B0004020202020204" pitchFamily="34" charset="0"/>
                <a:cs typeface="Courier New" panose="02070309020205020404" pitchFamily="49" charset="0"/>
              </a:rPr>
              <a:t>Clone the repository using</a:t>
            </a:r>
          </a:p>
          <a:p>
            <a:pPr algn="ctr"/>
            <a:r>
              <a:rPr lang="en-US" sz="2400" dirty="0">
                <a:latin typeface="Courier New" panose="02070309020205020404" pitchFamily="49" charset="0"/>
                <a:cs typeface="Courier New" panose="02070309020205020404" pitchFamily="49" charset="0"/>
              </a:rPr>
              <a:t>git clone </a:t>
            </a:r>
            <a:r>
              <a:rPr lang="en-US" sz="2400" dirty="0">
                <a:latin typeface="Courier New" panose="02070309020205020404" pitchFamily="49" charset="0"/>
                <a:cs typeface="Courier New" panose="02070309020205020404" pitchFamily="49" charset="0"/>
                <a:hlinkClick r:id="rId4"/>
              </a:rPr>
              <a:t>https://github.com/lbl59/ewrs-hpc-demo-fa26.git</a:t>
            </a:r>
            <a:r>
              <a:rPr lang="en-US" sz="24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23111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CF010-EA9A-EE10-0F23-94792F7B207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A97112-5DFC-DE9A-D0F4-6125A2274880}"/>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7D86A8A-6F45-28F6-70C6-36CE669C5724}"/>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Connecting via VS Code</a:t>
            </a:r>
          </a:p>
        </p:txBody>
      </p:sp>
      <p:pic>
        <p:nvPicPr>
          <p:cNvPr id="3" name="Picture 2" descr="A red circle with text and a shield with a book&#10;&#10;Description automatically generated">
            <a:extLst>
              <a:ext uri="{FF2B5EF4-FFF2-40B4-BE49-F238E27FC236}">
                <a16:creationId xmlns:a16="http://schemas.microsoft.com/office/drawing/2014/main" id="{DD7C4EF5-A1CF-CA40-2932-FC49AC2904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14DCE5EC-AD7A-625C-BBD8-56798FC821EC}"/>
              </a:ext>
            </a:extLst>
          </p:cNvPr>
          <p:cNvSpPr txBox="1"/>
          <p:nvPr/>
        </p:nvSpPr>
        <p:spPr>
          <a:xfrm>
            <a:off x="411418" y="1732645"/>
            <a:ext cx="11259472"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Step 3: Configure Python and MPI</a:t>
            </a:r>
          </a:p>
        </p:txBody>
      </p:sp>
      <p:sp>
        <p:nvSpPr>
          <p:cNvPr id="7" name="TextBox 6">
            <a:extLst>
              <a:ext uri="{FF2B5EF4-FFF2-40B4-BE49-F238E27FC236}">
                <a16:creationId xmlns:a16="http://schemas.microsoft.com/office/drawing/2014/main" id="{D2E27265-2E41-690B-9A67-B062BFEFB407}"/>
              </a:ext>
            </a:extLst>
          </p:cNvPr>
          <p:cNvSpPr txBox="1"/>
          <p:nvPr/>
        </p:nvSpPr>
        <p:spPr>
          <a:xfrm>
            <a:off x="467158" y="2293238"/>
            <a:ext cx="11147992" cy="4524315"/>
          </a:xfrm>
          <a:prstGeom prst="rect">
            <a:avLst/>
          </a:prstGeom>
          <a:noFill/>
        </p:spPr>
        <p:txBody>
          <a:bodyPr wrap="square" rtlCol="0">
            <a:spAutoFit/>
          </a:bodyPr>
          <a:lstStyle/>
          <a:p>
            <a:pPr marL="342900" indent="-342900">
              <a:buFont typeface="Courier New" panose="02070309020205020404" pitchFamily="49" charset="0"/>
              <a:buChar char="o"/>
            </a:pPr>
            <a:r>
              <a:rPr lang="en-US" sz="2400" dirty="0">
                <a:latin typeface="Aptos" panose="020B0004020202020204" pitchFamily="34" charset="0"/>
              </a:rPr>
              <a:t>Install </a:t>
            </a:r>
            <a:r>
              <a:rPr lang="en-US" sz="2400" dirty="0" err="1">
                <a:latin typeface="Aptos" panose="020B0004020202020204" pitchFamily="34" charset="0"/>
              </a:rPr>
              <a:t>OpenMPI</a:t>
            </a:r>
            <a:r>
              <a:rPr lang="en-US" sz="2400" dirty="0">
                <a:latin typeface="Aptos" panose="020B0004020202020204" pitchFamily="34" charset="0"/>
              </a:rPr>
              <a:t> using</a:t>
            </a:r>
          </a:p>
          <a:p>
            <a:pPr algn="ctr"/>
            <a:r>
              <a:rPr lang="es-ES" sz="2400" dirty="0">
                <a:latin typeface="Courier New" panose="02070309020205020404" pitchFamily="49" charset="0"/>
                <a:cs typeface="Courier New" panose="02070309020205020404" pitchFamily="49" charset="0"/>
              </a:rPr>
              <a:t>sudo </a:t>
            </a:r>
            <a:r>
              <a:rPr lang="es-ES" sz="2400" dirty="0" err="1">
                <a:latin typeface="Courier New" panose="02070309020205020404" pitchFamily="49" charset="0"/>
                <a:cs typeface="Courier New" panose="02070309020205020404" pitchFamily="49" charset="0"/>
              </a:rPr>
              <a:t>dnf</a:t>
            </a:r>
            <a:r>
              <a:rPr lang="es-ES" sz="2400" dirty="0">
                <a:latin typeface="Courier New" panose="02070309020205020404" pitchFamily="49" charset="0"/>
                <a:cs typeface="Courier New" panose="02070309020205020404" pitchFamily="49" charset="0"/>
              </a:rPr>
              <a:t> </a:t>
            </a:r>
            <a:r>
              <a:rPr lang="es-ES" sz="2400" dirty="0" err="1">
                <a:latin typeface="Courier New" panose="02070309020205020404" pitchFamily="49" charset="0"/>
                <a:cs typeface="Courier New" panose="02070309020205020404" pitchFamily="49" charset="0"/>
              </a:rPr>
              <a:t>install</a:t>
            </a:r>
            <a:r>
              <a:rPr lang="es-ES" sz="2400" dirty="0">
                <a:latin typeface="Courier New" panose="02070309020205020404" pitchFamily="49" charset="0"/>
                <a:cs typeface="Courier New" panose="02070309020205020404" pitchFamily="49" charset="0"/>
              </a:rPr>
              <a:t> </a:t>
            </a:r>
            <a:r>
              <a:rPr lang="es-ES" sz="2400" dirty="0" err="1">
                <a:latin typeface="Courier New" panose="02070309020205020404" pitchFamily="49" charset="0"/>
                <a:cs typeface="Courier New" panose="02070309020205020404" pitchFamily="49" charset="0"/>
              </a:rPr>
              <a:t>openmpi-devel</a:t>
            </a:r>
            <a:r>
              <a:rPr lang="es-ES" sz="2400" dirty="0">
                <a:latin typeface="Courier New" panose="02070309020205020404" pitchFamily="49" charset="0"/>
                <a:cs typeface="Courier New" panose="02070309020205020404" pitchFamily="49" charset="0"/>
              </a:rPr>
              <a:t> -y</a:t>
            </a:r>
            <a:endParaRPr lang="en-US" sz="2400" dirty="0">
              <a:latin typeface="Aptos" panose="020B0004020202020204" pitchFamily="34" charset="0"/>
              <a:cs typeface="Courier New" panose="02070309020205020404" pitchFamily="49" charset="0"/>
            </a:endParaRPr>
          </a:p>
          <a:p>
            <a:pPr marL="342900" indent="-342900">
              <a:buFont typeface="Courier New" panose="02070309020205020404" pitchFamily="49" charset="0"/>
              <a:buChar char="o"/>
            </a:pPr>
            <a:endParaRPr lang="en-US" sz="2400" dirty="0">
              <a:latin typeface="Aptos" panose="020B0004020202020204" pitchFamily="34" charset="0"/>
              <a:cs typeface="Courier New" panose="02070309020205020404" pitchFamily="49" charset="0"/>
            </a:endParaRPr>
          </a:p>
          <a:p>
            <a:pPr marL="342900" indent="-342900">
              <a:buFont typeface="Courier New" panose="02070309020205020404" pitchFamily="49" charset="0"/>
              <a:buChar char="o"/>
            </a:pPr>
            <a:r>
              <a:rPr lang="en-US" sz="2400" dirty="0">
                <a:latin typeface="Aptos" panose="020B0004020202020204" pitchFamily="34" charset="0"/>
                <a:cs typeface="Courier New" panose="02070309020205020404" pitchFamily="49" charset="0"/>
              </a:rPr>
              <a:t>Install Python using </a:t>
            </a:r>
          </a:p>
          <a:p>
            <a:pPr algn="ct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dnf</a:t>
            </a:r>
            <a:r>
              <a:rPr lang="en-US" sz="2400" dirty="0">
                <a:latin typeface="Courier New" panose="02070309020205020404" pitchFamily="49" charset="0"/>
                <a:cs typeface="Courier New" panose="02070309020205020404" pitchFamily="49" charset="0"/>
              </a:rPr>
              <a:t> install python3.12 -y</a:t>
            </a:r>
          </a:p>
          <a:p>
            <a:pPr marL="342900" indent="-342900">
              <a:buFont typeface="Courier New" panose="02070309020205020404" pitchFamily="49" charset="0"/>
              <a:buChar char="o"/>
            </a:pPr>
            <a:endParaRPr lang="en-US" sz="2400" dirty="0">
              <a:latin typeface="Aptos" panose="020B0004020202020204" pitchFamily="34" charset="0"/>
              <a:cs typeface="Courier New" panose="02070309020205020404" pitchFamily="49" charset="0"/>
            </a:endParaRPr>
          </a:p>
          <a:p>
            <a:pPr marL="342900" indent="-342900">
              <a:buFont typeface="Courier New" panose="02070309020205020404" pitchFamily="49" charset="0"/>
              <a:buChar char="o"/>
            </a:pPr>
            <a:r>
              <a:rPr lang="en-US" sz="2400" dirty="0">
                <a:latin typeface="Aptos" panose="020B0004020202020204" pitchFamily="34" charset="0"/>
                <a:cs typeface="Courier New" panose="02070309020205020404" pitchFamily="49" charset="0"/>
              </a:rPr>
              <a:t>Enable pip using </a:t>
            </a:r>
          </a:p>
          <a:p>
            <a:pPr algn="ct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yum install python3-pip –y</a:t>
            </a:r>
          </a:p>
          <a:p>
            <a:pPr algn="ctr"/>
            <a:endParaRPr lang="en-US" sz="2400" dirty="0">
              <a:latin typeface="Courier New" panose="02070309020205020404" pitchFamily="49" charset="0"/>
              <a:cs typeface="Courier New" panose="02070309020205020404" pitchFamily="49" charset="0"/>
            </a:endParaRPr>
          </a:p>
          <a:p>
            <a:pPr marL="342900" indent="-342900">
              <a:buFont typeface="Courier New" panose="02070309020205020404" pitchFamily="49" charset="0"/>
              <a:buChar char="o"/>
            </a:pPr>
            <a:r>
              <a:rPr lang="en-US" sz="2400" dirty="0">
                <a:latin typeface="Aptos" panose="020B0004020202020204" pitchFamily="34" charset="0"/>
                <a:cs typeface="Courier New" panose="02070309020205020404" pitchFamily="49" charset="0"/>
              </a:rPr>
              <a:t>Install Python using </a:t>
            </a:r>
          </a:p>
          <a:p>
            <a:pPr algn="ctr"/>
            <a:r>
              <a:rPr lang="en-US" sz="2400" dirty="0" err="1">
                <a:latin typeface="Courier New" panose="02070309020205020404" pitchFamily="49" charset="0"/>
                <a:cs typeface="Courier New" panose="02070309020205020404" pitchFamily="49" charset="0"/>
              </a:rPr>
              <a:t>sudo</a:t>
            </a:r>
            <a:r>
              <a:rPr lang="en-US" sz="2400" dirty="0">
                <a:latin typeface="Courier New" panose="02070309020205020404" pitchFamily="49" charset="0"/>
                <a:cs typeface="Courier New" panose="02070309020205020404" pitchFamily="49" charset="0"/>
              </a:rPr>
              <a:t> yum install python3-pip -y</a:t>
            </a:r>
          </a:p>
          <a:p>
            <a:pPr algn="ct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32102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BA1FA-C179-6E0F-4808-A5FC3F4848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CC2354-0280-4900-228F-B54B22DCD2E9}"/>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544C92C-CFCC-5FB5-16FE-F196C51AA003}"/>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Topics Covered</a:t>
            </a:r>
          </a:p>
        </p:txBody>
      </p:sp>
      <p:pic>
        <p:nvPicPr>
          <p:cNvPr id="3" name="Picture 2" descr="A red circle with text and a shield with a book&#10;&#10;Description automatically generated">
            <a:extLst>
              <a:ext uri="{FF2B5EF4-FFF2-40B4-BE49-F238E27FC236}">
                <a16:creationId xmlns:a16="http://schemas.microsoft.com/office/drawing/2014/main" id="{4B51D41A-407B-928D-019F-3367FAA39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grpSp>
        <p:nvGrpSpPr>
          <p:cNvPr id="10" name="Group 9">
            <a:extLst>
              <a:ext uri="{FF2B5EF4-FFF2-40B4-BE49-F238E27FC236}">
                <a16:creationId xmlns:a16="http://schemas.microsoft.com/office/drawing/2014/main" id="{04394BCE-36F2-A39A-0CB2-73E1E56B69EB}"/>
              </a:ext>
            </a:extLst>
          </p:cNvPr>
          <p:cNvGrpSpPr/>
          <p:nvPr/>
        </p:nvGrpSpPr>
        <p:grpSpPr>
          <a:xfrm>
            <a:off x="528550" y="3006966"/>
            <a:ext cx="10543594" cy="685800"/>
            <a:chOff x="587828" y="1856793"/>
            <a:chExt cx="10543594" cy="685800"/>
          </a:xfrm>
        </p:grpSpPr>
        <p:sp>
          <p:nvSpPr>
            <p:cNvPr id="11" name="TextBox 10">
              <a:extLst>
                <a:ext uri="{FF2B5EF4-FFF2-40B4-BE49-F238E27FC236}">
                  <a16:creationId xmlns:a16="http://schemas.microsoft.com/office/drawing/2014/main" id="{66EE5DC8-16CA-65B6-E128-D7F9C71C19F4}"/>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Connecting to your instance via VS Code</a:t>
              </a:r>
            </a:p>
          </p:txBody>
        </p:sp>
        <p:grpSp>
          <p:nvGrpSpPr>
            <p:cNvPr id="12" name="Group 11">
              <a:extLst>
                <a:ext uri="{FF2B5EF4-FFF2-40B4-BE49-F238E27FC236}">
                  <a16:creationId xmlns:a16="http://schemas.microsoft.com/office/drawing/2014/main" id="{CEB8E954-7B9A-CA42-9061-C35CE807E070}"/>
                </a:ext>
              </a:extLst>
            </p:cNvPr>
            <p:cNvGrpSpPr/>
            <p:nvPr/>
          </p:nvGrpSpPr>
          <p:grpSpPr>
            <a:xfrm>
              <a:off x="587828" y="1856793"/>
              <a:ext cx="685800" cy="685800"/>
              <a:chOff x="475861" y="1763486"/>
              <a:chExt cx="685800" cy="685800"/>
            </a:xfrm>
          </p:grpSpPr>
          <p:sp>
            <p:nvSpPr>
              <p:cNvPr id="13" name="Oval 12">
                <a:extLst>
                  <a:ext uri="{FF2B5EF4-FFF2-40B4-BE49-F238E27FC236}">
                    <a16:creationId xmlns:a16="http://schemas.microsoft.com/office/drawing/2014/main" id="{E34FFA6B-EC0E-FE68-741E-EEDBDBFBAE51}"/>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614FB32-EE8A-2C7F-C0A1-CE03378CE335}"/>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2</a:t>
                </a:r>
              </a:p>
            </p:txBody>
          </p:sp>
        </p:grpSp>
      </p:grpSp>
      <p:grpSp>
        <p:nvGrpSpPr>
          <p:cNvPr id="25" name="Group 24">
            <a:extLst>
              <a:ext uri="{FF2B5EF4-FFF2-40B4-BE49-F238E27FC236}">
                <a16:creationId xmlns:a16="http://schemas.microsoft.com/office/drawing/2014/main" id="{A4790B1E-E159-C551-15E7-E58218A2F617}"/>
              </a:ext>
            </a:extLst>
          </p:cNvPr>
          <p:cNvGrpSpPr/>
          <p:nvPr/>
        </p:nvGrpSpPr>
        <p:grpSpPr>
          <a:xfrm>
            <a:off x="528550" y="1990439"/>
            <a:ext cx="10543594" cy="685800"/>
            <a:chOff x="587828" y="1856793"/>
            <a:chExt cx="10543594" cy="685800"/>
          </a:xfrm>
        </p:grpSpPr>
        <p:sp>
          <p:nvSpPr>
            <p:cNvPr id="26" name="TextBox 25">
              <a:extLst>
                <a:ext uri="{FF2B5EF4-FFF2-40B4-BE49-F238E27FC236}">
                  <a16:creationId xmlns:a16="http://schemas.microsoft.com/office/drawing/2014/main" id="{6939008B-B64C-FC5F-BDB3-8BD86ECB8493}"/>
                </a:ext>
              </a:extLst>
            </p:cNvPr>
            <p:cNvSpPr txBox="1"/>
            <p:nvPr/>
          </p:nvSpPr>
          <p:spPr>
            <a:xfrm>
              <a:off x="1653336" y="1909677"/>
              <a:ext cx="9478086" cy="553998"/>
            </a:xfrm>
            <a:prstGeom prst="rect">
              <a:avLst/>
            </a:prstGeom>
            <a:noFill/>
          </p:spPr>
          <p:txBody>
            <a:bodyPr wrap="square" rtlCol="0">
              <a:spAutoFit/>
            </a:bodyPr>
            <a:lstStyle/>
            <a:p>
              <a:r>
                <a:rPr lang="en-US" sz="3000" dirty="0">
                  <a:latin typeface="Aptos" panose="020B0004020202020204" pitchFamily="34" charset="0"/>
                </a:rPr>
                <a:t>Getting set up on Amazon AWS Cloud </a:t>
              </a:r>
            </a:p>
          </p:txBody>
        </p:sp>
        <p:grpSp>
          <p:nvGrpSpPr>
            <p:cNvPr id="27" name="Group 26">
              <a:extLst>
                <a:ext uri="{FF2B5EF4-FFF2-40B4-BE49-F238E27FC236}">
                  <a16:creationId xmlns:a16="http://schemas.microsoft.com/office/drawing/2014/main" id="{96AD04CB-2AFE-25BD-4CA5-EA8121EA6EA6}"/>
                </a:ext>
              </a:extLst>
            </p:cNvPr>
            <p:cNvGrpSpPr/>
            <p:nvPr/>
          </p:nvGrpSpPr>
          <p:grpSpPr>
            <a:xfrm>
              <a:off x="587828" y="1856793"/>
              <a:ext cx="685800" cy="685800"/>
              <a:chOff x="475861" y="1763486"/>
              <a:chExt cx="685800" cy="685800"/>
            </a:xfrm>
          </p:grpSpPr>
          <p:sp>
            <p:nvSpPr>
              <p:cNvPr id="28" name="Oval 27">
                <a:extLst>
                  <a:ext uri="{FF2B5EF4-FFF2-40B4-BE49-F238E27FC236}">
                    <a16:creationId xmlns:a16="http://schemas.microsoft.com/office/drawing/2014/main" id="{FAC9C480-853C-2841-F6F3-A40E310AAF48}"/>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7B6478E-3A67-108C-AD0F-A79A8266343B}"/>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1</a:t>
                </a:r>
              </a:p>
            </p:txBody>
          </p:sp>
        </p:grpSp>
      </p:grpSp>
      <p:grpSp>
        <p:nvGrpSpPr>
          <p:cNvPr id="4" name="Group 3">
            <a:extLst>
              <a:ext uri="{FF2B5EF4-FFF2-40B4-BE49-F238E27FC236}">
                <a16:creationId xmlns:a16="http://schemas.microsoft.com/office/drawing/2014/main" id="{137288FC-F1F0-E1F5-A123-D5C12719E104}"/>
              </a:ext>
            </a:extLst>
          </p:cNvPr>
          <p:cNvGrpSpPr/>
          <p:nvPr/>
        </p:nvGrpSpPr>
        <p:grpSpPr>
          <a:xfrm>
            <a:off x="528550" y="4097905"/>
            <a:ext cx="10543594" cy="685800"/>
            <a:chOff x="587828" y="1856793"/>
            <a:chExt cx="10543594" cy="685800"/>
          </a:xfrm>
        </p:grpSpPr>
        <p:sp>
          <p:nvSpPr>
            <p:cNvPr id="5" name="TextBox 4">
              <a:extLst>
                <a:ext uri="{FF2B5EF4-FFF2-40B4-BE49-F238E27FC236}">
                  <a16:creationId xmlns:a16="http://schemas.microsoft.com/office/drawing/2014/main" id="{9CBBF34E-0C17-630D-C084-87A02C22F23D}"/>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Demo: The Mandelbrot Set</a:t>
              </a:r>
            </a:p>
          </p:txBody>
        </p:sp>
        <p:grpSp>
          <p:nvGrpSpPr>
            <p:cNvPr id="6" name="Group 5">
              <a:extLst>
                <a:ext uri="{FF2B5EF4-FFF2-40B4-BE49-F238E27FC236}">
                  <a16:creationId xmlns:a16="http://schemas.microsoft.com/office/drawing/2014/main" id="{641E1CE8-0449-6685-6818-5C7CA1906BEB}"/>
                </a:ext>
              </a:extLst>
            </p:cNvPr>
            <p:cNvGrpSpPr/>
            <p:nvPr/>
          </p:nvGrpSpPr>
          <p:grpSpPr>
            <a:xfrm>
              <a:off x="587828" y="1856793"/>
              <a:ext cx="685800" cy="685800"/>
              <a:chOff x="475861" y="1763486"/>
              <a:chExt cx="685800" cy="685800"/>
            </a:xfrm>
          </p:grpSpPr>
          <p:sp>
            <p:nvSpPr>
              <p:cNvPr id="7" name="Oval 6">
                <a:extLst>
                  <a:ext uri="{FF2B5EF4-FFF2-40B4-BE49-F238E27FC236}">
                    <a16:creationId xmlns:a16="http://schemas.microsoft.com/office/drawing/2014/main" id="{AE76B2BC-147B-9F01-FEF8-87FF0A185AED}"/>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7699EC7-4BD4-BEAF-1933-38A02881E4CD}"/>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3</a:t>
                </a:r>
              </a:p>
            </p:txBody>
          </p:sp>
        </p:grpSp>
      </p:grpSp>
      <p:grpSp>
        <p:nvGrpSpPr>
          <p:cNvPr id="15" name="Group 14">
            <a:extLst>
              <a:ext uri="{FF2B5EF4-FFF2-40B4-BE49-F238E27FC236}">
                <a16:creationId xmlns:a16="http://schemas.microsoft.com/office/drawing/2014/main" id="{48593EB4-AEFA-E19B-5C3F-4243FB684427}"/>
              </a:ext>
            </a:extLst>
          </p:cNvPr>
          <p:cNvGrpSpPr/>
          <p:nvPr/>
        </p:nvGrpSpPr>
        <p:grpSpPr>
          <a:xfrm>
            <a:off x="528550" y="5098940"/>
            <a:ext cx="10543594" cy="685800"/>
            <a:chOff x="587828" y="1856793"/>
            <a:chExt cx="10543594" cy="685800"/>
          </a:xfrm>
        </p:grpSpPr>
        <p:sp>
          <p:nvSpPr>
            <p:cNvPr id="16" name="TextBox 15">
              <a:extLst>
                <a:ext uri="{FF2B5EF4-FFF2-40B4-BE49-F238E27FC236}">
                  <a16:creationId xmlns:a16="http://schemas.microsoft.com/office/drawing/2014/main" id="{446C51D0-2A7B-F8D8-D251-C220437BA331}"/>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HPC Resources</a:t>
              </a:r>
            </a:p>
          </p:txBody>
        </p:sp>
        <p:grpSp>
          <p:nvGrpSpPr>
            <p:cNvPr id="17" name="Group 16">
              <a:extLst>
                <a:ext uri="{FF2B5EF4-FFF2-40B4-BE49-F238E27FC236}">
                  <a16:creationId xmlns:a16="http://schemas.microsoft.com/office/drawing/2014/main" id="{7499E2CC-D104-5000-C0C9-1BCABA8F1E83}"/>
                </a:ext>
              </a:extLst>
            </p:cNvPr>
            <p:cNvGrpSpPr/>
            <p:nvPr/>
          </p:nvGrpSpPr>
          <p:grpSpPr>
            <a:xfrm>
              <a:off x="587828" y="1856793"/>
              <a:ext cx="685800" cy="685800"/>
              <a:chOff x="475861" y="1763486"/>
              <a:chExt cx="685800" cy="685800"/>
            </a:xfrm>
          </p:grpSpPr>
          <p:sp>
            <p:nvSpPr>
              <p:cNvPr id="18" name="Oval 17">
                <a:extLst>
                  <a:ext uri="{FF2B5EF4-FFF2-40B4-BE49-F238E27FC236}">
                    <a16:creationId xmlns:a16="http://schemas.microsoft.com/office/drawing/2014/main" id="{4BA7ACDD-1156-9A6A-C75E-4174859C1822}"/>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E50FEB6-B088-08DA-0176-AE8E2F549EEC}"/>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4</a:t>
                </a:r>
              </a:p>
            </p:txBody>
          </p:sp>
        </p:grpSp>
      </p:grpSp>
      <p:sp>
        <p:nvSpPr>
          <p:cNvPr id="20" name="Rectangle 19">
            <a:extLst>
              <a:ext uri="{FF2B5EF4-FFF2-40B4-BE49-F238E27FC236}">
                <a16:creationId xmlns:a16="http://schemas.microsoft.com/office/drawing/2014/main" id="{1290F2D7-66F6-F620-F76B-DEC1D6197251}"/>
              </a:ext>
            </a:extLst>
          </p:cNvPr>
          <p:cNvSpPr/>
          <p:nvPr/>
        </p:nvSpPr>
        <p:spPr>
          <a:xfrm>
            <a:off x="298938" y="1847088"/>
            <a:ext cx="8625606" cy="1935582"/>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8BF1DAE-7559-6176-973C-DD0E19923EE8}"/>
              </a:ext>
            </a:extLst>
          </p:cNvPr>
          <p:cNvSpPr/>
          <p:nvPr/>
        </p:nvSpPr>
        <p:spPr>
          <a:xfrm>
            <a:off x="368211" y="4849606"/>
            <a:ext cx="8625606" cy="1524528"/>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4270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50128-5ED6-5F9B-F18C-8BEED67E26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E3284E-882E-1FAD-720E-9B43097C6157}"/>
              </a:ext>
            </a:extLst>
          </p:cNvPr>
          <p:cNvSpPr/>
          <p:nvPr/>
        </p:nvSpPr>
        <p:spPr>
          <a:xfrm>
            <a:off x="0" y="2084439"/>
            <a:ext cx="12192000" cy="167579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32B2D7A-EC80-721D-63BF-04AC96564B51}"/>
              </a:ext>
            </a:extLst>
          </p:cNvPr>
          <p:cNvSpPr/>
          <p:nvPr/>
        </p:nvSpPr>
        <p:spPr>
          <a:xfrm>
            <a:off x="5249008" y="699617"/>
            <a:ext cx="131884" cy="1582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631BB3A-AE88-4A13-DFFB-26656F1453F4}"/>
              </a:ext>
            </a:extLst>
          </p:cNvPr>
          <p:cNvSpPr txBox="1">
            <a:spLocks/>
          </p:cNvSpPr>
          <p:nvPr/>
        </p:nvSpPr>
        <p:spPr>
          <a:xfrm>
            <a:off x="146353" y="2221668"/>
            <a:ext cx="11899293" cy="14494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50000"/>
              </a:lnSpc>
            </a:pPr>
            <a:r>
              <a:rPr lang="en-US" sz="36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A Quick Demo</a:t>
            </a:r>
          </a:p>
        </p:txBody>
      </p:sp>
      <p:pic>
        <p:nvPicPr>
          <p:cNvPr id="5" name="Picture 4" descr="A red circle with text and a shield with a book&#10;&#10;Description automatically generated">
            <a:extLst>
              <a:ext uri="{FF2B5EF4-FFF2-40B4-BE49-F238E27FC236}">
                <a16:creationId xmlns:a16="http://schemas.microsoft.com/office/drawing/2014/main" id="{6B218A3D-A6C5-AA9C-CA03-E45B636BD0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Tree>
    <p:extLst>
      <p:ext uri="{BB962C8B-B14F-4D97-AF65-F5344CB8AC3E}">
        <p14:creationId xmlns:p14="http://schemas.microsoft.com/office/powerpoint/2010/main" val="1306331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BE4AF-BA3D-2BF2-3CB6-879CEAE769A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8F809A-45CF-8BC3-5C74-E3985B551E7F}"/>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28D2CEC-A941-385E-28BD-0E124FED770A}"/>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a:t>
            </a:r>
          </a:p>
        </p:txBody>
      </p:sp>
      <p:pic>
        <p:nvPicPr>
          <p:cNvPr id="3" name="Picture 2" descr="A red circle with text and a shield with a book&#10;&#10;Description automatically generated">
            <a:extLst>
              <a:ext uri="{FF2B5EF4-FFF2-40B4-BE49-F238E27FC236}">
                <a16:creationId xmlns:a16="http://schemas.microsoft.com/office/drawing/2014/main" id="{115BD565-9BBB-0ACD-E0F4-6B3FDF1D8F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C420F7D-7D1A-EF13-3B52-81926EC28606}"/>
                  </a:ext>
                </a:extLst>
              </p:cNvPr>
              <p:cNvSpPr txBox="1"/>
              <p:nvPr/>
            </p:nvSpPr>
            <p:spPr>
              <a:xfrm>
                <a:off x="460581" y="2085514"/>
                <a:ext cx="5222466" cy="3908762"/>
              </a:xfrm>
              <a:prstGeom prst="rect">
                <a:avLst/>
              </a:prstGeom>
              <a:noFill/>
            </p:spPr>
            <p:txBody>
              <a:bodyPr wrap="square" rtlCol="0">
                <a:spAutoFit/>
              </a:bodyPr>
              <a:lstStyle/>
              <a:p>
                <a:r>
                  <a:rPr lang="en-US" sz="2400" b="1" dirty="0">
                    <a:solidFill>
                      <a:srgbClr val="C00000"/>
                    </a:solidFill>
                    <a:latin typeface="Aptos" panose="020B0004020202020204" pitchFamily="34" charset="0"/>
                  </a:rPr>
                  <a:t>Understanding the problem</a:t>
                </a:r>
              </a:p>
              <a:p>
                <a:pPr marL="342900" indent="-342900">
                  <a:buFont typeface="Courier New" panose="02070309020205020404" pitchFamily="49" charset="0"/>
                  <a:buChar char="o"/>
                </a:pPr>
                <a:r>
                  <a:rPr lang="en-US" sz="2000" dirty="0">
                    <a:latin typeface="Aptos" panose="020B0004020202020204" pitchFamily="34" charset="0"/>
                  </a:rPr>
                  <a:t>A mathematical fractal consisting of a collection of complex numbers that, when used in the formula, remains bounded (does not blow up to infinity) </a:t>
                </a:r>
              </a:p>
              <a:p>
                <a:pPr marL="342900" indent="-342900">
                  <a:buFont typeface="Courier New" panose="02070309020205020404" pitchFamily="49" charset="0"/>
                  <a:buChar char="o"/>
                </a:pPr>
                <a:r>
                  <a:rPr lang="en-US" sz="2000" dirty="0">
                    <a:latin typeface="Aptos" panose="020B0004020202020204" pitchFamily="34" charset="0"/>
                  </a:rPr>
                  <a:t>Formula: </a:t>
                </a:r>
              </a:p>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r>
                            <a:rPr lang="en-US" sz="2400" b="0" i="1" smtClean="0">
                              <a:latin typeface="Cambria Math" panose="02040503050406030204" pitchFamily="18" charset="0"/>
                            </a:rPr>
                            <m:t>𝑛</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𝑧</m:t>
                          </m:r>
                        </m:e>
                        <m:sub>
                          <m:r>
                            <a:rPr lang="en-US" sz="2400" b="0" i="1" smtClean="0">
                              <a:latin typeface="Cambria Math" panose="02040503050406030204" pitchFamily="18" charset="0"/>
                            </a:rPr>
                            <m:t>𝑛</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r>
                        <a:rPr lang="en-US" sz="2400" b="0" i="1" smtClean="0">
                          <a:latin typeface="Cambria Math" panose="02040503050406030204" pitchFamily="18" charset="0"/>
                        </a:rPr>
                        <m:t>𝑐</m:t>
                      </m:r>
                    </m:oMath>
                  </m:oMathPara>
                </a14:m>
                <a:endParaRPr lang="en-US" sz="2400" i="1" dirty="0">
                  <a:latin typeface="Aptos" panose="020B0004020202020204" pitchFamily="34" charset="0"/>
                </a:endParaRPr>
              </a:p>
              <a:p>
                <a:r>
                  <a:rPr lang="en-US" sz="2000" dirty="0">
                    <a:latin typeface="Aptos" panose="020B0004020202020204" pitchFamily="34" charset="0"/>
                  </a:rPr>
                  <a:t>where</a:t>
                </a:r>
              </a:p>
              <a:p>
                <a:pPr marL="342900" indent="-342900">
                  <a:buFont typeface="Courier New" panose="02070309020205020404" pitchFamily="49" charset="0"/>
                  <a:buChar char="o"/>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𝑧</m:t>
                        </m:r>
                      </m:e>
                      <m:sub>
                        <m:r>
                          <a:rPr lang="en-US" sz="2000" i="1">
                            <a:latin typeface="Cambria Math" panose="02040503050406030204" pitchFamily="18" charset="0"/>
                          </a:rPr>
                          <m:t>𝑛</m:t>
                        </m:r>
                      </m:sub>
                    </m:sSub>
                  </m:oMath>
                </a14:m>
                <a:r>
                  <a:rPr lang="en-US" sz="2000" dirty="0">
                    <a:latin typeface="Aptos" panose="020B0004020202020204" pitchFamily="34" charset="0"/>
                  </a:rPr>
                  <a:t> is the real number (x-coordinate) </a:t>
                </a:r>
              </a:p>
              <a:p>
                <a:pPr marL="342900" indent="-342900">
                  <a:buFont typeface="Courier New" panose="02070309020205020404" pitchFamily="49" charset="0"/>
                  <a:buChar char="o"/>
                </a:pPr>
                <a14:m>
                  <m:oMath xmlns:m="http://schemas.openxmlformats.org/officeDocument/2006/math">
                    <m:r>
                      <m:rPr>
                        <m:sty m:val="p"/>
                      </m:rPr>
                      <a:rPr lang="en-US" sz="2000" b="0" i="1" smtClean="0">
                        <a:latin typeface="Cambria Math" panose="02040503050406030204" pitchFamily="18" charset="0"/>
                      </a:rPr>
                      <m:t>c</m:t>
                    </m:r>
                  </m:oMath>
                </a14:m>
                <a:r>
                  <a:rPr lang="en-US" sz="2000" dirty="0">
                    <a:latin typeface="Aptos" panose="020B0004020202020204" pitchFamily="34" charset="0"/>
                  </a:rPr>
                  <a:t> is the complex number (y-coordinate)</a:t>
                </a:r>
              </a:p>
              <a:p>
                <a:pPr marL="342900" indent="-342900">
                  <a:buFont typeface="Courier New" panose="02070309020205020404" pitchFamily="49" charset="0"/>
                  <a:buChar char="o"/>
                </a:pPr>
                <a:r>
                  <a:rPr lang="en-US" sz="2000" dirty="0">
                    <a:latin typeface="Aptos" panose="020B0004020202020204" pitchFamily="34" charset="0"/>
                  </a:rPr>
                  <a:t>Color is the number of iterations until divergence</a:t>
                </a:r>
              </a:p>
            </p:txBody>
          </p:sp>
        </mc:Choice>
        <mc:Fallback xmlns="">
          <p:sp>
            <p:nvSpPr>
              <p:cNvPr id="8" name="TextBox 7">
                <a:extLst>
                  <a:ext uri="{FF2B5EF4-FFF2-40B4-BE49-F238E27FC236}">
                    <a16:creationId xmlns:a16="http://schemas.microsoft.com/office/drawing/2014/main" id="{DC420F7D-7D1A-EF13-3B52-81926EC28606}"/>
                  </a:ext>
                </a:extLst>
              </p:cNvPr>
              <p:cNvSpPr txBox="1">
                <a:spLocks noRot="1" noChangeAspect="1" noMove="1" noResize="1" noEditPoints="1" noAdjustHandles="1" noChangeArrowheads="1" noChangeShapeType="1" noTextEdit="1"/>
              </p:cNvSpPr>
              <p:nvPr/>
            </p:nvSpPr>
            <p:spPr>
              <a:xfrm>
                <a:off x="460581" y="2085514"/>
                <a:ext cx="5222466" cy="3908762"/>
              </a:xfrm>
              <a:prstGeom prst="rect">
                <a:avLst/>
              </a:prstGeom>
              <a:blipFill>
                <a:blip r:embed="rId4"/>
                <a:stretch>
                  <a:fillRect l="-1869" t="-1248" r="-350" b="-1872"/>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9F521FFC-EF82-6C9D-5C58-B071DFF88D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39963" y="2085514"/>
            <a:ext cx="4762500" cy="3571875"/>
          </a:xfrm>
          <a:prstGeom prst="rect">
            <a:avLst/>
          </a:prstGeom>
        </p:spPr>
      </p:pic>
    </p:spTree>
    <p:extLst>
      <p:ext uri="{BB962C8B-B14F-4D97-AF65-F5344CB8AC3E}">
        <p14:creationId xmlns:p14="http://schemas.microsoft.com/office/powerpoint/2010/main" val="630471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E337E-C998-B6A8-CAFE-E95015EA34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AFF472-7E2D-90D4-9095-083E91A8B0DE}"/>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EB34325D-616D-9B67-C8F4-60CF902F0B45}"/>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AWS Example</a:t>
            </a:r>
          </a:p>
        </p:txBody>
      </p:sp>
      <p:pic>
        <p:nvPicPr>
          <p:cNvPr id="3" name="Picture 2" descr="A red circle with text and a shield with a book&#10;&#10;Description automatically generated">
            <a:extLst>
              <a:ext uri="{FF2B5EF4-FFF2-40B4-BE49-F238E27FC236}">
                <a16:creationId xmlns:a16="http://schemas.microsoft.com/office/drawing/2014/main" id="{D3E9FB81-EF86-A0C6-5AA1-5981EA432F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sp>
        <p:nvSpPr>
          <p:cNvPr id="8" name="TextBox 7">
            <a:extLst>
              <a:ext uri="{FF2B5EF4-FFF2-40B4-BE49-F238E27FC236}">
                <a16:creationId xmlns:a16="http://schemas.microsoft.com/office/drawing/2014/main" id="{A0A3955F-E122-F7FF-0A12-2C67D07F13D7}"/>
              </a:ext>
            </a:extLst>
          </p:cNvPr>
          <p:cNvSpPr txBox="1"/>
          <p:nvPr/>
        </p:nvSpPr>
        <p:spPr>
          <a:xfrm>
            <a:off x="411419" y="1732645"/>
            <a:ext cx="5222466" cy="2677656"/>
          </a:xfrm>
          <a:prstGeom prst="rect">
            <a:avLst/>
          </a:prstGeom>
          <a:noFill/>
        </p:spPr>
        <p:txBody>
          <a:bodyPr wrap="square" rtlCol="0">
            <a:spAutoFit/>
          </a:bodyPr>
          <a:lstStyle/>
          <a:p>
            <a:r>
              <a:rPr lang="en-US" sz="2400" b="1" dirty="0">
                <a:solidFill>
                  <a:srgbClr val="C00000"/>
                </a:solidFill>
                <a:latin typeface="Aptos" panose="020B0004020202020204" pitchFamily="34" charset="0"/>
              </a:rPr>
              <a:t>Serial implementation</a:t>
            </a:r>
          </a:p>
          <a:p>
            <a:pPr marL="342900" indent="-342900">
              <a:buFont typeface="Courier New" panose="02070309020205020404" pitchFamily="49" charset="0"/>
              <a:buChar char="o"/>
            </a:pPr>
            <a:r>
              <a:rPr lang="en-US" sz="2400" dirty="0">
                <a:latin typeface="Aptos" panose="020B0004020202020204" pitchFamily="34" charset="0"/>
              </a:rPr>
              <a:t>Determine if a pixel lies in the Mandelbrot set </a:t>
            </a:r>
          </a:p>
          <a:p>
            <a:pPr marL="342900" indent="-342900">
              <a:buFont typeface="Courier New" panose="02070309020205020404" pitchFamily="49" charset="0"/>
              <a:buChar char="o"/>
            </a:pPr>
            <a:r>
              <a:rPr lang="en-US" sz="2400" dirty="0">
                <a:latin typeface="Aptos" panose="020B0004020202020204" pitchFamily="34" charset="0"/>
              </a:rPr>
              <a:t>Each pixel is independent of each other</a:t>
            </a:r>
          </a:p>
          <a:p>
            <a:pPr marL="342900" indent="-342900">
              <a:buFont typeface="Courier New" panose="02070309020205020404" pitchFamily="49" charset="0"/>
              <a:buChar char="o"/>
            </a:pPr>
            <a:r>
              <a:rPr lang="en-US" sz="2400" dirty="0">
                <a:latin typeface="Aptos" panose="020B0004020202020204" pitchFamily="34" charset="0"/>
              </a:rPr>
              <a:t>This is therefore an </a:t>
            </a:r>
            <a:r>
              <a:rPr lang="en-US" sz="2400" b="1" dirty="0">
                <a:solidFill>
                  <a:srgbClr val="C00000"/>
                </a:solidFill>
                <a:latin typeface="Aptos" panose="020B0004020202020204" pitchFamily="34" charset="0"/>
              </a:rPr>
              <a:t>embarrassingly parallelizable</a:t>
            </a:r>
            <a:r>
              <a:rPr lang="en-US" sz="2400" dirty="0">
                <a:latin typeface="Aptos" panose="020B0004020202020204" pitchFamily="34" charset="0"/>
              </a:rPr>
              <a:t> script</a:t>
            </a:r>
          </a:p>
        </p:txBody>
      </p:sp>
      <p:pic>
        <p:nvPicPr>
          <p:cNvPr id="10" name="Picture 9">
            <a:extLst>
              <a:ext uri="{FF2B5EF4-FFF2-40B4-BE49-F238E27FC236}">
                <a16:creationId xmlns:a16="http://schemas.microsoft.com/office/drawing/2014/main" id="{94626CDE-8E38-FE5A-A491-36D49F359CED}"/>
              </a:ext>
            </a:extLst>
          </p:cNvPr>
          <p:cNvPicPr>
            <a:picLocks noChangeAspect="1"/>
          </p:cNvPicPr>
          <p:nvPr/>
        </p:nvPicPr>
        <p:blipFill>
          <a:blip r:embed="rId4"/>
          <a:stretch>
            <a:fillRect/>
          </a:stretch>
        </p:blipFill>
        <p:spPr>
          <a:xfrm>
            <a:off x="6178863" y="3928380"/>
            <a:ext cx="4493342" cy="2760308"/>
          </a:xfrm>
          <a:prstGeom prst="rect">
            <a:avLst/>
          </a:prstGeom>
        </p:spPr>
      </p:pic>
      <p:pic>
        <p:nvPicPr>
          <p:cNvPr id="12" name="Picture 11">
            <a:extLst>
              <a:ext uri="{FF2B5EF4-FFF2-40B4-BE49-F238E27FC236}">
                <a16:creationId xmlns:a16="http://schemas.microsoft.com/office/drawing/2014/main" id="{4676F81F-232B-D69C-1B51-8443B806FD5B}"/>
              </a:ext>
            </a:extLst>
          </p:cNvPr>
          <p:cNvPicPr>
            <a:picLocks noChangeAspect="1"/>
          </p:cNvPicPr>
          <p:nvPr/>
        </p:nvPicPr>
        <p:blipFill>
          <a:blip r:embed="rId5"/>
          <a:stretch>
            <a:fillRect/>
          </a:stretch>
        </p:blipFill>
        <p:spPr>
          <a:xfrm>
            <a:off x="6178863" y="1718154"/>
            <a:ext cx="4656285" cy="2141468"/>
          </a:xfrm>
          <a:prstGeom prst="rect">
            <a:avLst/>
          </a:prstGeom>
        </p:spPr>
      </p:pic>
    </p:spTree>
    <p:extLst>
      <p:ext uri="{BB962C8B-B14F-4D97-AF65-F5344CB8AC3E}">
        <p14:creationId xmlns:p14="http://schemas.microsoft.com/office/powerpoint/2010/main" val="9889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2DA3-7DED-4F23-F05D-4521699E7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276779-EAF7-0119-EBD7-F8CB61509DF0}"/>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09049E4D-1921-617F-9C1C-8C08D9C95436}"/>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AWS Example</a:t>
            </a:r>
          </a:p>
        </p:txBody>
      </p:sp>
      <p:sp>
        <p:nvSpPr>
          <p:cNvPr id="8" name="TextBox 7">
            <a:extLst>
              <a:ext uri="{FF2B5EF4-FFF2-40B4-BE49-F238E27FC236}">
                <a16:creationId xmlns:a16="http://schemas.microsoft.com/office/drawing/2014/main" id="{618B1A03-D11D-E95F-6DB6-57776ED35527}"/>
              </a:ext>
            </a:extLst>
          </p:cNvPr>
          <p:cNvSpPr txBox="1"/>
          <p:nvPr/>
        </p:nvSpPr>
        <p:spPr>
          <a:xfrm>
            <a:off x="411419" y="1732645"/>
            <a:ext cx="5222466" cy="2308324"/>
          </a:xfrm>
          <a:prstGeom prst="rect">
            <a:avLst/>
          </a:prstGeom>
          <a:noFill/>
        </p:spPr>
        <p:txBody>
          <a:bodyPr wrap="square" rtlCol="0">
            <a:spAutoFit/>
          </a:bodyPr>
          <a:lstStyle/>
          <a:p>
            <a:r>
              <a:rPr lang="en-US" sz="2400" b="1" dirty="0">
                <a:solidFill>
                  <a:srgbClr val="C00000"/>
                </a:solidFill>
                <a:latin typeface="Aptos" panose="020B0004020202020204" pitchFamily="34" charset="0"/>
              </a:rPr>
              <a:t>Parallel implementation on AWS</a:t>
            </a:r>
          </a:p>
          <a:p>
            <a:pPr marL="342900" indent="-342900">
              <a:buFont typeface="Courier New" panose="02070309020205020404" pitchFamily="49" charset="0"/>
              <a:buChar char="o"/>
            </a:pPr>
            <a:r>
              <a:rPr lang="en-US" sz="2400" dirty="0">
                <a:latin typeface="Aptos" panose="020B0004020202020204" pitchFamily="34" charset="0"/>
              </a:rPr>
              <a:t>Distribute “chunks” of the output image based on number of CPUs available (16)</a:t>
            </a:r>
          </a:p>
          <a:p>
            <a:pPr marL="342900" indent="-342900">
              <a:buFont typeface="Courier New" panose="02070309020205020404" pitchFamily="49" charset="0"/>
              <a:buChar char="o"/>
            </a:pPr>
            <a:r>
              <a:rPr lang="en-US" sz="2400" dirty="0">
                <a:latin typeface="Aptos" panose="020B0004020202020204" pitchFamily="34" charset="0"/>
              </a:rPr>
              <a:t>Effectively a single-node, 16 core configuration </a:t>
            </a:r>
          </a:p>
        </p:txBody>
      </p:sp>
      <p:pic>
        <p:nvPicPr>
          <p:cNvPr id="10" name="Picture 9">
            <a:extLst>
              <a:ext uri="{FF2B5EF4-FFF2-40B4-BE49-F238E27FC236}">
                <a16:creationId xmlns:a16="http://schemas.microsoft.com/office/drawing/2014/main" id="{94B366FA-04F4-B567-3084-15F86C25C70F}"/>
              </a:ext>
            </a:extLst>
          </p:cNvPr>
          <p:cNvPicPr>
            <a:picLocks noChangeAspect="1"/>
          </p:cNvPicPr>
          <p:nvPr/>
        </p:nvPicPr>
        <p:blipFill>
          <a:blip r:embed="rId3">
            <a:extLst>
              <a:ext uri="{28A0092B-C50C-407E-A947-70E740481C1C}">
                <a14:useLocalDpi xmlns:a14="http://schemas.microsoft.com/office/drawing/2010/main" val="0"/>
              </a:ext>
            </a:extLst>
          </a:blip>
          <a:srcRect l="-1" r="60165"/>
          <a:stretch>
            <a:fillRect/>
          </a:stretch>
        </p:blipFill>
        <p:spPr>
          <a:xfrm>
            <a:off x="6558117" y="2175453"/>
            <a:ext cx="4224457" cy="3456875"/>
          </a:xfrm>
          <a:prstGeom prst="rect">
            <a:avLst/>
          </a:prstGeom>
        </p:spPr>
      </p:pic>
    </p:spTree>
    <p:extLst>
      <p:ext uri="{BB962C8B-B14F-4D97-AF65-F5344CB8AC3E}">
        <p14:creationId xmlns:p14="http://schemas.microsoft.com/office/powerpoint/2010/main" val="276095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818CD-1EBA-85F6-2490-F821888B048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D36EE16-8846-767B-15F8-A97F6684F2CF}"/>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0B3B0BEC-D75C-0EA0-47CB-9457374CFC1F}"/>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AWS Example</a:t>
            </a:r>
          </a:p>
        </p:txBody>
      </p:sp>
      <p:sp>
        <p:nvSpPr>
          <p:cNvPr id="8" name="TextBox 7">
            <a:extLst>
              <a:ext uri="{FF2B5EF4-FFF2-40B4-BE49-F238E27FC236}">
                <a16:creationId xmlns:a16="http://schemas.microsoft.com/office/drawing/2014/main" id="{54B254F2-1C2F-24D4-BCFB-C19F88735B9A}"/>
              </a:ext>
            </a:extLst>
          </p:cNvPr>
          <p:cNvSpPr txBox="1"/>
          <p:nvPr/>
        </p:nvSpPr>
        <p:spPr>
          <a:xfrm>
            <a:off x="411419" y="1732645"/>
            <a:ext cx="5222466" cy="1569660"/>
          </a:xfrm>
          <a:prstGeom prst="rect">
            <a:avLst/>
          </a:prstGeom>
          <a:noFill/>
        </p:spPr>
        <p:txBody>
          <a:bodyPr wrap="square" rtlCol="0">
            <a:spAutoFit/>
          </a:bodyPr>
          <a:lstStyle/>
          <a:p>
            <a:r>
              <a:rPr lang="en-US" sz="2400" b="1" dirty="0">
                <a:solidFill>
                  <a:srgbClr val="C00000"/>
                </a:solidFill>
                <a:latin typeface="Aptos" panose="020B0004020202020204" pitchFamily="34" charset="0"/>
              </a:rPr>
              <a:t>Parallel implementation on AWS</a:t>
            </a:r>
          </a:p>
          <a:p>
            <a:pPr marL="342900" indent="-342900">
              <a:buFont typeface="Courier New" panose="02070309020205020404" pitchFamily="49" charset="0"/>
              <a:buChar char="o"/>
            </a:pPr>
            <a:r>
              <a:rPr lang="en-US" sz="2400" dirty="0">
                <a:latin typeface="Aptos" panose="020B0004020202020204" pitchFamily="34" charset="0"/>
              </a:rPr>
              <a:t>Distribute “chunks” of the output image based on number of CPUs available (16) </a:t>
            </a:r>
          </a:p>
        </p:txBody>
      </p:sp>
      <p:pic>
        <p:nvPicPr>
          <p:cNvPr id="5" name="Picture 4">
            <a:extLst>
              <a:ext uri="{FF2B5EF4-FFF2-40B4-BE49-F238E27FC236}">
                <a16:creationId xmlns:a16="http://schemas.microsoft.com/office/drawing/2014/main" id="{D2990CD4-C3E7-F141-7B46-30B681AEBD45}"/>
              </a:ext>
            </a:extLst>
          </p:cNvPr>
          <p:cNvPicPr>
            <a:picLocks noChangeAspect="1"/>
          </p:cNvPicPr>
          <p:nvPr/>
        </p:nvPicPr>
        <p:blipFill>
          <a:blip r:embed="rId3"/>
          <a:stretch>
            <a:fillRect/>
          </a:stretch>
        </p:blipFill>
        <p:spPr>
          <a:xfrm>
            <a:off x="795728" y="3481534"/>
            <a:ext cx="5093795" cy="3037584"/>
          </a:xfrm>
          <a:prstGeom prst="rect">
            <a:avLst/>
          </a:prstGeom>
        </p:spPr>
      </p:pic>
      <p:pic>
        <p:nvPicPr>
          <p:cNvPr id="7" name="Picture 6">
            <a:extLst>
              <a:ext uri="{FF2B5EF4-FFF2-40B4-BE49-F238E27FC236}">
                <a16:creationId xmlns:a16="http://schemas.microsoft.com/office/drawing/2014/main" id="{71F6E8C4-AFA8-2CD2-103D-04CEB903D16E}"/>
              </a:ext>
            </a:extLst>
          </p:cNvPr>
          <p:cNvPicPr>
            <a:picLocks noChangeAspect="1"/>
          </p:cNvPicPr>
          <p:nvPr/>
        </p:nvPicPr>
        <p:blipFill>
          <a:blip r:embed="rId4"/>
          <a:stretch>
            <a:fillRect/>
          </a:stretch>
        </p:blipFill>
        <p:spPr>
          <a:xfrm>
            <a:off x="6177340" y="1732645"/>
            <a:ext cx="5764730" cy="4529431"/>
          </a:xfrm>
          <a:prstGeom prst="rect">
            <a:avLst/>
          </a:prstGeom>
        </p:spPr>
      </p:pic>
      <p:grpSp>
        <p:nvGrpSpPr>
          <p:cNvPr id="11" name="Group 10">
            <a:extLst>
              <a:ext uri="{FF2B5EF4-FFF2-40B4-BE49-F238E27FC236}">
                <a16:creationId xmlns:a16="http://schemas.microsoft.com/office/drawing/2014/main" id="{5F80E870-C470-BA8A-C947-608298E394E1}"/>
              </a:ext>
            </a:extLst>
          </p:cNvPr>
          <p:cNvGrpSpPr/>
          <p:nvPr/>
        </p:nvGrpSpPr>
        <p:grpSpPr>
          <a:xfrm>
            <a:off x="1351825" y="4551533"/>
            <a:ext cx="4744175" cy="1544467"/>
            <a:chOff x="1351825" y="4551533"/>
            <a:chExt cx="4744175" cy="1544467"/>
          </a:xfrm>
        </p:grpSpPr>
        <p:sp>
          <p:nvSpPr>
            <p:cNvPr id="4" name="Google Shape;204;p33">
              <a:extLst>
                <a:ext uri="{FF2B5EF4-FFF2-40B4-BE49-F238E27FC236}">
                  <a16:creationId xmlns:a16="http://schemas.microsoft.com/office/drawing/2014/main" id="{8B64DFEB-F8A8-BFB6-5239-B5B965AFC064}"/>
                </a:ext>
              </a:extLst>
            </p:cNvPr>
            <p:cNvSpPr/>
            <p:nvPr/>
          </p:nvSpPr>
          <p:spPr>
            <a:xfrm>
              <a:off x="1351825" y="4920865"/>
              <a:ext cx="4390214" cy="1175135"/>
            </a:xfrm>
            <a:prstGeom prst="rect">
              <a:avLst/>
            </a:prstGeom>
            <a:noFill/>
            <a:ln w="28575"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TextBox 9">
              <a:extLst>
                <a:ext uri="{FF2B5EF4-FFF2-40B4-BE49-F238E27FC236}">
                  <a16:creationId xmlns:a16="http://schemas.microsoft.com/office/drawing/2014/main" id="{5DE366E5-A4F8-54C1-19F9-1ABFF957DE06}"/>
                </a:ext>
              </a:extLst>
            </p:cNvPr>
            <p:cNvSpPr txBox="1"/>
            <p:nvPr/>
          </p:nvSpPr>
          <p:spPr>
            <a:xfrm>
              <a:off x="3460954" y="4551533"/>
              <a:ext cx="2635046" cy="369332"/>
            </a:xfrm>
            <a:prstGeom prst="rect">
              <a:avLst/>
            </a:prstGeom>
            <a:noFill/>
          </p:spPr>
          <p:txBody>
            <a:bodyPr wrap="square" rtlCol="0">
              <a:spAutoFit/>
            </a:bodyPr>
            <a:lstStyle/>
            <a:p>
              <a:r>
                <a:rPr lang="en-US" dirty="0">
                  <a:solidFill>
                    <a:srgbClr val="FF9900"/>
                  </a:solidFill>
                  <a:latin typeface="Aptos" panose="020B0004020202020204" pitchFamily="34" charset="0"/>
                </a:rPr>
                <a:t>Parallel work done here</a:t>
              </a:r>
            </a:p>
          </p:txBody>
        </p:sp>
      </p:grpSp>
    </p:spTree>
    <p:extLst>
      <p:ext uri="{BB962C8B-B14F-4D97-AF65-F5344CB8AC3E}">
        <p14:creationId xmlns:p14="http://schemas.microsoft.com/office/powerpoint/2010/main" val="396747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E563-5999-163A-6212-C7BC9D18158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279FDBA-A3D1-B7C7-EDCD-D3D92C62E89B}"/>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EA804E8D-CA46-2FFE-F34C-3C9AF14EB66D}"/>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73014BB9-C73C-8590-0546-A35E63A8ADAC}"/>
              </a:ext>
            </a:extLst>
          </p:cNvPr>
          <p:cNvSpPr txBox="1"/>
          <p:nvPr/>
        </p:nvSpPr>
        <p:spPr>
          <a:xfrm>
            <a:off x="381922" y="2224258"/>
            <a:ext cx="5684582" cy="3416320"/>
          </a:xfrm>
          <a:prstGeom prst="rect">
            <a:avLst/>
          </a:prstGeom>
          <a:noFill/>
        </p:spPr>
        <p:txBody>
          <a:bodyPr wrap="square" rtlCol="0">
            <a:spAutoFit/>
          </a:bodyPr>
          <a:lstStyle/>
          <a:p>
            <a:r>
              <a:rPr lang="en-US" sz="2400" b="1" dirty="0">
                <a:solidFill>
                  <a:srgbClr val="C00000"/>
                </a:solidFill>
                <a:latin typeface="Aptos" panose="020B0004020202020204" pitchFamily="34" charset="0"/>
              </a:rPr>
              <a:t>Parallel implementation on Hopper</a:t>
            </a:r>
          </a:p>
          <a:p>
            <a:pPr marL="342900" indent="-342900">
              <a:buFont typeface="Courier New" panose="02070309020205020404" pitchFamily="49" charset="0"/>
              <a:buChar char="o"/>
            </a:pPr>
            <a:r>
              <a:rPr lang="en-US" sz="2400" dirty="0">
                <a:latin typeface="Aptos" panose="020B0004020202020204" pitchFamily="34" charset="0"/>
              </a:rPr>
              <a:t>26 compute nodes</a:t>
            </a:r>
          </a:p>
          <a:p>
            <a:pPr marL="800100" lvl="1" indent="-342900">
              <a:buFont typeface="Courier New" panose="02070309020205020404" pitchFamily="49" charset="0"/>
              <a:buChar char="o"/>
            </a:pPr>
            <a:r>
              <a:rPr lang="en-US" sz="2400" dirty="0">
                <a:latin typeface="Aptos" panose="020B0004020202020204" pitchFamily="34" charset="0"/>
              </a:rPr>
              <a:t>22 Intel Xeon Gold 5218R CPUs 2x20 core </a:t>
            </a:r>
          </a:p>
          <a:p>
            <a:pPr marL="800100" lvl="1" indent="-342900">
              <a:buFont typeface="Courier New" panose="02070309020205020404" pitchFamily="49" charset="0"/>
              <a:buChar char="o"/>
            </a:pPr>
            <a:r>
              <a:rPr lang="en-US" sz="2400" dirty="0">
                <a:latin typeface="Aptos" panose="020B0004020202020204" pitchFamily="34" charset="0"/>
              </a:rPr>
              <a:t>4 AMD EPYC 9454 2x48 core </a:t>
            </a:r>
          </a:p>
          <a:p>
            <a:pPr marL="342900" indent="-342900">
              <a:buFont typeface="Courier New" panose="02070309020205020404" pitchFamily="49" charset="0"/>
              <a:buChar char="o"/>
            </a:pPr>
            <a:r>
              <a:rPr lang="en-US" sz="2400" dirty="0">
                <a:latin typeface="Aptos" panose="020B0004020202020204" pitchFamily="34" charset="0"/>
              </a:rPr>
              <a:t>Larger system than the AWS Instance</a:t>
            </a:r>
          </a:p>
          <a:p>
            <a:pPr marL="342900" indent="-342900">
              <a:buFont typeface="Courier New" panose="02070309020205020404" pitchFamily="49" charset="0"/>
              <a:buChar char="o"/>
            </a:pPr>
            <a:r>
              <a:rPr lang="en-US" sz="2400" dirty="0">
                <a:latin typeface="Aptos" panose="020B0004020202020204" pitchFamily="34" charset="0"/>
              </a:rPr>
              <a:t>Hybrid distributed memory cluster with shared memory inside each individual node</a:t>
            </a:r>
          </a:p>
        </p:txBody>
      </p:sp>
      <p:pic>
        <p:nvPicPr>
          <p:cNvPr id="12" name="Picture 11">
            <a:extLst>
              <a:ext uri="{FF2B5EF4-FFF2-40B4-BE49-F238E27FC236}">
                <a16:creationId xmlns:a16="http://schemas.microsoft.com/office/drawing/2014/main" id="{08455CFD-C448-3805-73F0-E8F3AFD4B7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7736" y="3168512"/>
            <a:ext cx="5693007" cy="1855772"/>
          </a:xfrm>
          <a:prstGeom prst="rect">
            <a:avLst/>
          </a:prstGeom>
        </p:spPr>
      </p:pic>
      <p:pic>
        <p:nvPicPr>
          <p:cNvPr id="4" name="Picture 3">
            <a:extLst>
              <a:ext uri="{FF2B5EF4-FFF2-40B4-BE49-F238E27FC236}">
                <a16:creationId xmlns:a16="http://schemas.microsoft.com/office/drawing/2014/main" id="{0EB12B7B-DF4B-024A-1D2A-16F72CE87F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40551" y="1999221"/>
            <a:ext cx="5850192" cy="4319390"/>
          </a:xfrm>
          <a:prstGeom prst="rect">
            <a:avLst/>
          </a:prstGeom>
        </p:spPr>
      </p:pic>
    </p:spTree>
    <p:extLst>
      <p:ext uri="{BB962C8B-B14F-4D97-AF65-F5344CB8AC3E}">
        <p14:creationId xmlns:p14="http://schemas.microsoft.com/office/powerpoint/2010/main" val="147651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81640-2910-CBD7-385B-5ECA517B92D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801A56-A8ED-9526-EA3D-1014C6595E8B}"/>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BFBB5342-A0FC-02F1-8354-6092D3466007}"/>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08B4C58C-7ACE-8F32-49BE-72CA27CA3F0C}"/>
              </a:ext>
            </a:extLst>
          </p:cNvPr>
          <p:cNvSpPr txBox="1"/>
          <p:nvPr/>
        </p:nvSpPr>
        <p:spPr>
          <a:xfrm>
            <a:off x="298937" y="1720840"/>
            <a:ext cx="11381785" cy="3046988"/>
          </a:xfrm>
          <a:prstGeom prst="rect">
            <a:avLst/>
          </a:prstGeom>
          <a:noFill/>
        </p:spPr>
        <p:txBody>
          <a:bodyPr wrap="square" rtlCol="0">
            <a:spAutoFit/>
          </a:bodyPr>
          <a:lstStyle/>
          <a:p>
            <a:r>
              <a:rPr lang="en-US" sz="2400" b="1" dirty="0">
                <a:solidFill>
                  <a:srgbClr val="C00000"/>
                </a:solidFill>
                <a:latin typeface="Aptos" panose="020B0004020202020204" pitchFamily="34" charset="0"/>
              </a:rPr>
              <a:t>What we will do:</a:t>
            </a:r>
          </a:p>
          <a:p>
            <a:pPr marL="457200" indent="-457200">
              <a:buFont typeface="+mj-lt"/>
              <a:buAutoNum type="arabicParenR"/>
            </a:pPr>
            <a:r>
              <a:rPr lang="en-US" sz="2400" dirty="0">
                <a:latin typeface="Aptos" panose="020B0004020202020204" pitchFamily="34" charset="0"/>
              </a:rPr>
              <a:t>Run the serial version of a scaled-up Mandelbrot plotting problem on Hopper </a:t>
            </a:r>
          </a:p>
          <a:p>
            <a:pPr marL="457200" indent="-457200">
              <a:buFont typeface="+mj-lt"/>
              <a:buAutoNum type="arabicParenR"/>
            </a:pPr>
            <a:r>
              <a:rPr lang="en-US" sz="2400" dirty="0">
                <a:latin typeface="Aptos" panose="020B0004020202020204" pitchFamily="34" charset="0"/>
              </a:rPr>
              <a:t>Run the parallel version across 1,2, and 4 nodes </a:t>
            </a:r>
          </a:p>
          <a:p>
            <a:pPr marL="457200" indent="-457200">
              <a:buFont typeface="+mj-lt"/>
              <a:buAutoNum type="arabicParenR"/>
            </a:pPr>
            <a:r>
              <a:rPr lang="en-US" sz="2400" dirty="0">
                <a:latin typeface="Aptos" panose="020B0004020202020204" pitchFamily="34" charset="0"/>
              </a:rPr>
              <a:t>Measure the following metrics: </a:t>
            </a:r>
          </a:p>
          <a:p>
            <a:pPr marL="914400" lvl="1" indent="-457200">
              <a:buFont typeface="Courier New" panose="02070309020205020404" pitchFamily="49" charset="0"/>
              <a:buChar char="o"/>
            </a:pPr>
            <a:r>
              <a:rPr lang="en-US" sz="2400" dirty="0">
                <a:latin typeface="Aptos" panose="020B0004020202020204" pitchFamily="34" charset="0"/>
              </a:rPr>
              <a:t>Parallel speedup </a:t>
            </a:r>
          </a:p>
          <a:p>
            <a:pPr marL="914400" lvl="1" indent="-457200">
              <a:buFont typeface="Courier New" panose="02070309020205020404" pitchFamily="49" charset="0"/>
              <a:buChar char="o"/>
            </a:pPr>
            <a:r>
              <a:rPr lang="en-US" sz="2400" dirty="0">
                <a:latin typeface="Aptos" panose="020B0004020202020204" pitchFamily="34" charset="0"/>
              </a:rPr>
              <a:t>Efficiency </a:t>
            </a:r>
          </a:p>
          <a:p>
            <a:pPr marL="914400" lvl="1" indent="-457200">
              <a:buFont typeface="Courier New" panose="02070309020205020404" pitchFamily="49" charset="0"/>
              <a:buChar char="o"/>
            </a:pPr>
            <a:r>
              <a:rPr lang="en-US" sz="2400" dirty="0">
                <a:latin typeface="Aptos" panose="020B0004020202020204" pitchFamily="34" charset="0"/>
              </a:rPr>
              <a:t>Memory usage</a:t>
            </a:r>
          </a:p>
          <a:p>
            <a:pPr marL="914400" lvl="1" indent="-457200">
              <a:buFont typeface="Courier New" panose="02070309020205020404" pitchFamily="49" charset="0"/>
              <a:buChar char="o"/>
            </a:pPr>
            <a:r>
              <a:rPr lang="en-US" sz="2400" dirty="0">
                <a:latin typeface="Aptos" panose="020B0004020202020204" pitchFamily="34" charset="0"/>
              </a:rPr>
              <a:t>Job/communication overhead</a:t>
            </a:r>
          </a:p>
        </p:txBody>
      </p:sp>
    </p:spTree>
    <p:extLst>
      <p:ext uri="{BB962C8B-B14F-4D97-AF65-F5344CB8AC3E}">
        <p14:creationId xmlns:p14="http://schemas.microsoft.com/office/powerpoint/2010/main" val="4288374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4C3D-F5F5-4C89-9AA8-5534DD1A0A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70E87D-3E27-2370-FCC1-6DF354B0444A}"/>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23462AF-2A6F-22E6-C8B4-9777DFC4A7EC}"/>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38DE60C3-9012-2F92-8CD3-44B1C6E6FC0C}"/>
              </a:ext>
            </a:extLst>
          </p:cNvPr>
          <p:cNvSpPr txBox="1"/>
          <p:nvPr/>
        </p:nvSpPr>
        <p:spPr>
          <a:xfrm>
            <a:off x="298937" y="1720840"/>
            <a:ext cx="11381785"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Clone the code repo onto Hopper</a:t>
            </a:r>
          </a:p>
        </p:txBody>
      </p:sp>
      <p:pic>
        <p:nvPicPr>
          <p:cNvPr id="4" name="Picture 3">
            <a:extLst>
              <a:ext uri="{FF2B5EF4-FFF2-40B4-BE49-F238E27FC236}">
                <a16:creationId xmlns:a16="http://schemas.microsoft.com/office/drawing/2014/main" id="{6A6EA88D-7CD2-E6A7-8D02-996DAEF68B41}"/>
              </a:ext>
            </a:extLst>
          </p:cNvPr>
          <p:cNvPicPr>
            <a:picLocks noChangeAspect="1"/>
          </p:cNvPicPr>
          <p:nvPr/>
        </p:nvPicPr>
        <p:blipFill>
          <a:blip r:embed="rId3"/>
          <a:stretch>
            <a:fillRect/>
          </a:stretch>
        </p:blipFill>
        <p:spPr>
          <a:xfrm>
            <a:off x="3891633" y="3076291"/>
            <a:ext cx="6280829" cy="3453578"/>
          </a:xfrm>
          <a:prstGeom prst="rect">
            <a:avLst/>
          </a:prstGeom>
        </p:spPr>
      </p:pic>
      <p:sp>
        <p:nvSpPr>
          <p:cNvPr id="6" name="TextBox 5">
            <a:extLst>
              <a:ext uri="{FF2B5EF4-FFF2-40B4-BE49-F238E27FC236}">
                <a16:creationId xmlns:a16="http://schemas.microsoft.com/office/drawing/2014/main" id="{116E6EED-670E-34BD-C3B3-9F8CA5E4A7A5}"/>
              </a:ext>
            </a:extLst>
          </p:cNvPr>
          <p:cNvSpPr txBox="1"/>
          <p:nvPr/>
        </p:nvSpPr>
        <p:spPr>
          <a:xfrm>
            <a:off x="529974" y="2379892"/>
            <a:ext cx="10919710" cy="461665"/>
          </a:xfrm>
          <a:prstGeom prst="rect">
            <a:avLst/>
          </a:prstGeom>
          <a:noFill/>
        </p:spPr>
        <p:txBody>
          <a:bodyPr wrap="square">
            <a:spAutoFit/>
          </a:bodyPr>
          <a:lstStyle/>
          <a:p>
            <a:r>
              <a:rPr lang="en-US" sz="2400" dirty="0">
                <a:latin typeface="Courier New" panose="02070309020205020404" pitchFamily="49" charset="0"/>
                <a:cs typeface="Courier New" panose="02070309020205020404" pitchFamily="49" charset="0"/>
              </a:rPr>
              <a:t>git clone https://github.com/lbl59/ewrs-hpc-demo-fa26.git</a:t>
            </a:r>
          </a:p>
        </p:txBody>
      </p:sp>
      <p:pic>
        <p:nvPicPr>
          <p:cNvPr id="10" name="Picture 9">
            <a:extLst>
              <a:ext uri="{FF2B5EF4-FFF2-40B4-BE49-F238E27FC236}">
                <a16:creationId xmlns:a16="http://schemas.microsoft.com/office/drawing/2014/main" id="{A74AE6B4-D019-C375-4539-9496CA0B4C78}"/>
              </a:ext>
            </a:extLst>
          </p:cNvPr>
          <p:cNvPicPr>
            <a:picLocks noChangeAspect="1"/>
          </p:cNvPicPr>
          <p:nvPr/>
        </p:nvPicPr>
        <p:blipFill>
          <a:blip r:embed="rId4"/>
          <a:stretch>
            <a:fillRect/>
          </a:stretch>
        </p:blipFill>
        <p:spPr>
          <a:xfrm>
            <a:off x="891146" y="3593236"/>
            <a:ext cx="2457793" cy="2419688"/>
          </a:xfrm>
          <a:prstGeom prst="rect">
            <a:avLst/>
          </a:prstGeom>
        </p:spPr>
      </p:pic>
      <p:sp>
        <p:nvSpPr>
          <p:cNvPr id="11" name="TextBox 10">
            <a:extLst>
              <a:ext uri="{FF2B5EF4-FFF2-40B4-BE49-F238E27FC236}">
                <a16:creationId xmlns:a16="http://schemas.microsoft.com/office/drawing/2014/main" id="{E0D9487D-A845-98BF-6955-E034CE6436EF}"/>
              </a:ext>
            </a:extLst>
          </p:cNvPr>
          <p:cNvSpPr txBox="1"/>
          <p:nvPr/>
        </p:nvSpPr>
        <p:spPr>
          <a:xfrm>
            <a:off x="790641" y="3179205"/>
            <a:ext cx="2658805" cy="400110"/>
          </a:xfrm>
          <a:prstGeom prst="rect">
            <a:avLst/>
          </a:prstGeom>
          <a:noFill/>
        </p:spPr>
        <p:txBody>
          <a:bodyPr wrap="none" rtlCol="0">
            <a:spAutoFit/>
          </a:bodyPr>
          <a:lstStyle/>
          <a:p>
            <a:r>
              <a:rPr lang="en-US" sz="2000" b="1" dirty="0">
                <a:latin typeface="Aptos" panose="020B0004020202020204" pitchFamily="34" charset="0"/>
              </a:rPr>
              <a:t>👇Scan for the Repo!</a:t>
            </a:r>
          </a:p>
        </p:txBody>
      </p:sp>
    </p:spTree>
    <p:extLst>
      <p:ext uri="{BB962C8B-B14F-4D97-AF65-F5344CB8AC3E}">
        <p14:creationId xmlns:p14="http://schemas.microsoft.com/office/powerpoint/2010/main" val="22625541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2DC12-EB7C-DEE4-8E75-C374C1B7A7A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25D660-62C6-E448-5130-608BAC66397A}"/>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E6A640C2-33FA-1F63-86F2-96A707165C40}"/>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16D25483-F415-4E11-C65F-C5D4EA229E87}"/>
              </a:ext>
            </a:extLst>
          </p:cNvPr>
          <p:cNvSpPr txBox="1"/>
          <p:nvPr/>
        </p:nvSpPr>
        <p:spPr>
          <a:xfrm>
            <a:off x="298937" y="1720840"/>
            <a:ext cx="11381785" cy="1569660"/>
          </a:xfrm>
          <a:prstGeom prst="rect">
            <a:avLst/>
          </a:prstGeom>
          <a:noFill/>
        </p:spPr>
        <p:txBody>
          <a:bodyPr wrap="square" rtlCol="0">
            <a:spAutoFit/>
          </a:bodyPr>
          <a:lstStyle/>
          <a:p>
            <a:r>
              <a:rPr lang="en-US" sz="2400" b="1" dirty="0">
                <a:solidFill>
                  <a:srgbClr val="C00000"/>
                </a:solidFill>
                <a:latin typeface="Aptos" panose="020B0004020202020204" pitchFamily="34" charset="0"/>
              </a:rPr>
              <a:t>The serial implementation</a:t>
            </a:r>
          </a:p>
          <a:p>
            <a:r>
              <a:rPr lang="en-US" sz="2400" i="1" dirty="0">
                <a:latin typeface="Aptos" panose="020B0004020202020204" pitchFamily="34" charset="0"/>
              </a:rPr>
              <a:t>Code scripts</a:t>
            </a:r>
          </a:p>
          <a:p>
            <a:pPr marL="342900" indent="-342900">
              <a:buFont typeface="Courier New" panose="02070309020205020404" pitchFamily="49" charset="0"/>
              <a:buChar char="o"/>
            </a:pPr>
            <a:r>
              <a:rPr lang="en-US" sz="2400" dirty="0">
                <a:latin typeface="Aptos" panose="020B0004020202020204" pitchFamily="34" charset="0"/>
              </a:rPr>
              <a:t>Run </a:t>
            </a:r>
            <a:r>
              <a:rPr lang="sv-SE" sz="2400" dirty="0">
                <a:latin typeface="Courier New" panose="02070309020205020404" pitchFamily="49" charset="0"/>
                <a:cs typeface="Courier New" panose="02070309020205020404" pitchFamily="49" charset="0"/>
              </a:rPr>
              <a:t>sbatch ./ submit_mandelbrot_hopper_serial.sh</a:t>
            </a:r>
          </a:p>
          <a:p>
            <a:pPr marL="800100" lvl="1" indent="-342900">
              <a:buFont typeface="Courier New" panose="02070309020205020404" pitchFamily="49" charset="0"/>
              <a:buChar char="o"/>
            </a:pPr>
            <a:r>
              <a:rPr lang="en-US" sz="2400" dirty="0">
                <a:latin typeface="Courier New" panose="02070309020205020404" pitchFamily="49" charset="0"/>
                <a:cs typeface="Courier New" panose="02070309020205020404" pitchFamily="49" charset="0"/>
              </a:rPr>
              <a:t>mandelbrot_scaling_hopper_serial.py</a:t>
            </a:r>
          </a:p>
        </p:txBody>
      </p:sp>
    </p:spTree>
    <p:extLst>
      <p:ext uri="{BB962C8B-B14F-4D97-AF65-F5344CB8AC3E}">
        <p14:creationId xmlns:p14="http://schemas.microsoft.com/office/powerpoint/2010/main" val="1365547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1BB1F-5ED3-57D9-4B2D-5CFD23CE0B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099064-6F69-03EA-E4CC-4C42188CF11B}"/>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4FF8F9E5-0C25-3CE2-7673-CD1091B41BFE}"/>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027C0701-00F0-6380-22CA-C8C00874C7C0}"/>
              </a:ext>
            </a:extLst>
          </p:cNvPr>
          <p:cNvSpPr txBox="1"/>
          <p:nvPr/>
        </p:nvSpPr>
        <p:spPr>
          <a:xfrm>
            <a:off x="298937" y="1720840"/>
            <a:ext cx="11381785"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The serial implementation: A note on OMP_NUM_THREADS</a:t>
            </a:r>
          </a:p>
        </p:txBody>
      </p:sp>
      <p:pic>
        <p:nvPicPr>
          <p:cNvPr id="5" name="Picture 4">
            <a:extLst>
              <a:ext uri="{FF2B5EF4-FFF2-40B4-BE49-F238E27FC236}">
                <a16:creationId xmlns:a16="http://schemas.microsoft.com/office/drawing/2014/main" id="{E5A50876-9630-1863-3B8E-5A416084D6E6}"/>
              </a:ext>
            </a:extLst>
          </p:cNvPr>
          <p:cNvPicPr>
            <a:picLocks noChangeAspect="1"/>
          </p:cNvPicPr>
          <p:nvPr/>
        </p:nvPicPr>
        <p:blipFill>
          <a:blip r:embed="rId3"/>
          <a:stretch>
            <a:fillRect/>
          </a:stretch>
        </p:blipFill>
        <p:spPr>
          <a:xfrm>
            <a:off x="2541529" y="2394520"/>
            <a:ext cx="7108941" cy="2988707"/>
          </a:xfrm>
          <a:prstGeom prst="rect">
            <a:avLst/>
          </a:prstGeom>
        </p:spPr>
      </p:pic>
      <p:sp>
        <p:nvSpPr>
          <p:cNvPr id="4" name="Google Shape;204;p33">
            <a:extLst>
              <a:ext uri="{FF2B5EF4-FFF2-40B4-BE49-F238E27FC236}">
                <a16:creationId xmlns:a16="http://schemas.microsoft.com/office/drawing/2014/main" id="{B1A4B101-2463-F7FF-8EDA-3274F6423BE9}"/>
              </a:ext>
            </a:extLst>
          </p:cNvPr>
          <p:cNvSpPr/>
          <p:nvPr/>
        </p:nvSpPr>
        <p:spPr>
          <a:xfrm>
            <a:off x="2541529" y="4463732"/>
            <a:ext cx="3787201" cy="309895"/>
          </a:xfrm>
          <a:prstGeom prst="rect">
            <a:avLst/>
          </a:prstGeom>
          <a:noFill/>
          <a:ln w="28575"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7" name="Straight Arrow Connector 6">
            <a:extLst>
              <a:ext uri="{FF2B5EF4-FFF2-40B4-BE49-F238E27FC236}">
                <a16:creationId xmlns:a16="http://schemas.microsoft.com/office/drawing/2014/main" id="{A862D0F4-4D4C-55CC-AA5E-B27A45051673}"/>
              </a:ext>
            </a:extLst>
          </p:cNvPr>
          <p:cNvCxnSpPr>
            <a:cxnSpLocks/>
            <a:endCxn id="4" idx="2"/>
          </p:cNvCxnSpPr>
          <p:nvPr/>
        </p:nvCxnSpPr>
        <p:spPr>
          <a:xfrm flipH="1" flipV="1">
            <a:off x="4435130" y="4773627"/>
            <a:ext cx="549825" cy="983227"/>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02928E3-A84C-C4AD-3D4E-9B8C2F2E9768}"/>
              </a:ext>
            </a:extLst>
          </p:cNvPr>
          <p:cNvSpPr txBox="1"/>
          <p:nvPr/>
        </p:nvSpPr>
        <p:spPr>
          <a:xfrm>
            <a:off x="1352553" y="5886451"/>
            <a:ext cx="9358203" cy="769441"/>
          </a:xfrm>
          <a:prstGeom prst="rect">
            <a:avLst/>
          </a:prstGeom>
          <a:noFill/>
        </p:spPr>
        <p:txBody>
          <a:bodyPr wrap="none" rtlCol="0">
            <a:spAutoFit/>
          </a:bodyPr>
          <a:lstStyle/>
          <a:p>
            <a:pPr marL="285750" indent="-285750">
              <a:buFont typeface="Courier New" panose="02070309020205020404" pitchFamily="49" charset="0"/>
              <a:buChar char="o"/>
            </a:pPr>
            <a:r>
              <a:rPr lang="en-US" sz="2200" dirty="0">
                <a:latin typeface="Aptos" panose="020B0004020202020204" pitchFamily="34" charset="0"/>
              </a:rPr>
              <a:t>Indicates the </a:t>
            </a:r>
            <a:r>
              <a:rPr lang="en-US" sz="2200" b="1" dirty="0">
                <a:solidFill>
                  <a:srgbClr val="C00000"/>
                </a:solidFill>
                <a:latin typeface="Aptos" panose="020B0004020202020204" pitchFamily="34" charset="0"/>
              </a:rPr>
              <a:t>number of jobs </a:t>
            </a:r>
            <a:r>
              <a:rPr lang="en-US" sz="2200" dirty="0">
                <a:latin typeface="Aptos" panose="020B0004020202020204" pitchFamily="34" charset="0"/>
              </a:rPr>
              <a:t>you would like one core/task to launch </a:t>
            </a:r>
          </a:p>
          <a:p>
            <a:pPr marL="285750" indent="-285750">
              <a:buFont typeface="Courier New" panose="02070309020205020404" pitchFamily="49" charset="0"/>
              <a:buChar char="o"/>
            </a:pPr>
            <a:r>
              <a:rPr lang="en-US" sz="2200" dirty="0">
                <a:latin typeface="Aptos" panose="020B0004020202020204" pitchFamily="34" charset="0"/>
              </a:rPr>
              <a:t>Good practice is to </a:t>
            </a:r>
            <a:r>
              <a:rPr lang="en-US" sz="2200" b="1" dirty="0">
                <a:solidFill>
                  <a:srgbClr val="C00000"/>
                </a:solidFill>
                <a:latin typeface="Aptos" panose="020B0004020202020204" pitchFamily="34" charset="0"/>
              </a:rPr>
              <a:t>limit it to the max number of physical core </a:t>
            </a:r>
            <a:r>
              <a:rPr lang="en-US" sz="2200" dirty="0">
                <a:latin typeface="Aptos" panose="020B0004020202020204" pitchFamily="34" charset="0"/>
              </a:rPr>
              <a:t>you have</a:t>
            </a:r>
          </a:p>
        </p:txBody>
      </p:sp>
    </p:spTree>
    <p:extLst>
      <p:ext uri="{BB962C8B-B14F-4D97-AF65-F5344CB8AC3E}">
        <p14:creationId xmlns:p14="http://schemas.microsoft.com/office/powerpoint/2010/main" val="1494553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77FF-DB40-AEF6-0C8A-092F33093A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22C5A9-E006-A75F-5C3C-8BF0D68FBA29}"/>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B3FE209-A074-6D13-4BB9-831447B26FD2}"/>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FDEABECD-91C1-2F0E-2A71-B6812A1B89CE}"/>
              </a:ext>
            </a:extLst>
          </p:cNvPr>
          <p:cNvSpPr txBox="1"/>
          <p:nvPr/>
        </p:nvSpPr>
        <p:spPr>
          <a:xfrm>
            <a:off x="298937" y="1720840"/>
            <a:ext cx="11381785" cy="2677656"/>
          </a:xfrm>
          <a:prstGeom prst="rect">
            <a:avLst/>
          </a:prstGeom>
          <a:noFill/>
        </p:spPr>
        <p:txBody>
          <a:bodyPr wrap="square" rtlCol="0">
            <a:spAutoFit/>
          </a:bodyPr>
          <a:lstStyle/>
          <a:p>
            <a:r>
              <a:rPr lang="en-US" sz="2400" b="1" dirty="0">
                <a:solidFill>
                  <a:srgbClr val="C00000"/>
                </a:solidFill>
                <a:latin typeface="Aptos" panose="020B0004020202020204" pitchFamily="34" charset="0"/>
              </a:rPr>
              <a:t>The parallel implementation:</a:t>
            </a:r>
          </a:p>
          <a:p>
            <a:r>
              <a:rPr lang="en-US" sz="2400" i="1" dirty="0">
                <a:latin typeface="Aptos" panose="020B0004020202020204" pitchFamily="34" charset="0"/>
              </a:rPr>
              <a:t>Code scripts: </a:t>
            </a:r>
          </a:p>
          <a:p>
            <a:r>
              <a:rPr lang="en-US" sz="2400" dirty="0">
                <a:latin typeface="Aptos" panose="020B0004020202020204" pitchFamily="34" charset="0"/>
              </a:rPr>
              <a:t>Run </a:t>
            </a:r>
            <a:r>
              <a:rPr lang="sv-SE" sz="2400" dirty="0">
                <a:latin typeface="Courier New" panose="02070309020205020404" pitchFamily="49" charset="0"/>
                <a:cs typeface="Courier New" panose="02070309020205020404" pitchFamily="49" charset="0"/>
              </a:rPr>
              <a:t>sbatch ./submit_mandelbrot_hopper_mpi.sh</a:t>
            </a:r>
            <a:endParaRPr lang="en-US" sz="2400" dirty="0">
              <a:latin typeface="Aptos" panose="020B0004020202020204" pitchFamily="34" charset="0"/>
            </a:endParaRPr>
          </a:p>
          <a:p>
            <a:pPr marL="800100" lvl="1" indent="-342900">
              <a:buFont typeface="Courier New" panose="02070309020205020404" pitchFamily="49" charset="0"/>
              <a:buChar char="o"/>
            </a:pPr>
            <a:r>
              <a:rPr lang="en-US" sz="2400" dirty="0">
                <a:latin typeface="Courier New" panose="02070309020205020404" pitchFamily="49" charset="0"/>
                <a:cs typeface="Courier New" panose="02070309020205020404" pitchFamily="49" charset="0"/>
              </a:rPr>
              <a:t>mandelbrot_scaling_hopper_mpi.py</a:t>
            </a:r>
          </a:p>
          <a:p>
            <a:pPr marL="800100" lvl="1" indent="-342900">
              <a:buFont typeface="Courier New" panose="02070309020205020404" pitchFamily="49" charset="0"/>
              <a:buChar char="o"/>
            </a:pPr>
            <a:r>
              <a:rPr lang="en-US" sz="2400" dirty="0">
                <a:latin typeface="Courier New" panose="02070309020205020404" pitchFamily="49" charset="0"/>
                <a:cs typeface="Courier New" panose="02070309020205020404" pitchFamily="49" charset="0"/>
              </a:rPr>
              <a:t>parallel_scaling_functions.py</a:t>
            </a:r>
          </a:p>
          <a:p>
            <a:endParaRPr lang="sv-SE" sz="2400" dirty="0">
              <a:latin typeface="Courier New" panose="02070309020205020404" pitchFamily="49" charset="0"/>
              <a:cs typeface="Courier New" panose="02070309020205020404" pitchFamily="49" charset="0"/>
            </a:endParaRPr>
          </a:p>
          <a:p>
            <a:r>
              <a:rPr lang="en-US" sz="2400" dirty="0">
                <a:latin typeface="Aptos" panose="020B0004020202020204" pitchFamily="34" charset="0"/>
              </a:rPr>
              <a:t>Run </a:t>
            </a:r>
            <a:r>
              <a:rPr lang="sv-SE" sz="2400" dirty="0">
                <a:latin typeface="Courier New" panose="02070309020205020404" pitchFamily="49" charset="0"/>
                <a:cs typeface="Courier New" panose="02070309020205020404" pitchFamily="49" charset="0"/>
              </a:rPr>
              <a:t>sbatch ./submit_mandelbrot_hopper_plot.sh</a:t>
            </a:r>
          </a:p>
        </p:txBody>
      </p:sp>
    </p:spTree>
    <p:extLst>
      <p:ext uri="{BB962C8B-B14F-4D97-AF65-F5344CB8AC3E}">
        <p14:creationId xmlns:p14="http://schemas.microsoft.com/office/powerpoint/2010/main" val="39339128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4BE5-9D05-587A-4572-7FE9195C67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7E2FEC-800B-B000-403A-C311D221D8C4}"/>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B1DDBFE2-EBD4-6516-3A60-90BAC28013EA}"/>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CCA93AD6-D39C-D592-A8F4-74E146B2CDFA}"/>
              </a:ext>
            </a:extLst>
          </p:cNvPr>
          <p:cNvSpPr txBox="1"/>
          <p:nvPr/>
        </p:nvSpPr>
        <p:spPr>
          <a:xfrm>
            <a:off x="298937" y="1720840"/>
            <a:ext cx="11381785" cy="3847207"/>
          </a:xfrm>
          <a:prstGeom prst="rect">
            <a:avLst/>
          </a:prstGeom>
          <a:noFill/>
        </p:spPr>
        <p:txBody>
          <a:bodyPr wrap="square" rtlCol="0">
            <a:spAutoFit/>
          </a:bodyPr>
          <a:lstStyle/>
          <a:p>
            <a:r>
              <a:rPr lang="en-US" sz="2400" b="1" dirty="0">
                <a:solidFill>
                  <a:srgbClr val="C00000"/>
                </a:solidFill>
                <a:latin typeface="Aptos" panose="020B0004020202020204" pitchFamily="34" charset="0"/>
              </a:rPr>
              <a:t>The parallel implementation:</a:t>
            </a:r>
          </a:p>
          <a:p>
            <a:r>
              <a:rPr lang="en-US" sz="2400" i="1" dirty="0">
                <a:latin typeface="Aptos" panose="020B0004020202020204" pitchFamily="34" charset="0"/>
              </a:rPr>
              <a:t>Measure the following metrics</a:t>
            </a:r>
          </a:p>
          <a:p>
            <a:pPr marL="457200" indent="-457200">
              <a:buFont typeface="Courier New" panose="02070309020205020404" pitchFamily="49" charset="0"/>
              <a:buChar char="o"/>
            </a:pPr>
            <a:r>
              <a:rPr lang="en-US" sz="2400" b="1" dirty="0">
                <a:solidFill>
                  <a:srgbClr val="C00000"/>
                </a:solidFill>
                <a:latin typeface="Aptos" panose="020B0004020202020204" pitchFamily="34" charset="0"/>
              </a:rPr>
              <a:t>Parallel speedup</a:t>
            </a:r>
            <a:r>
              <a:rPr lang="en-US" sz="2400" dirty="0">
                <a:latin typeface="Aptos" panose="020B0004020202020204" pitchFamily="34" charset="0"/>
              </a:rPr>
              <a:t>: How much less time you spend performing a task when you increase number of cores?</a:t>
            </a:r>
          </a:p>
          <a:p>
            <a:pPr marL="457200" indent="-457200">
              <a:buFont typeface="Courier New" panose="02070309020205020404" pitchFamily="49" charset="0"/>
              <a:buChar char="o"/>
            </a:pPr>
            <a:r>
              <a:rPr lang="en-US" sz="2400" b="1" dirty="0">
                <a:solidFill>
                  <a:srgbClr val="C00000"/>
                </a:solidFill>
                <a:latin typeface="Aptos" panose="020B0004020202020204" pitchFamily="34" charset="0"/>
              </a:rPr>
              <a:t>Efficiency</a:t>
            </a:r>
            <a:r>
              <a:rPr lang="en-US" sz="2400" dirty="0">
                <a:latin typeface="Aptos" panose="020B0004020202020204" pitchFamily="34" charset="0"/>
              </a:rPr>
              <a:t>: Does my speedup scale linearly when I increase the number of processors?</a:t>
            </a:r>
          </a:p>
          <a:p>
            <a:pPr marL="457200" indent="-457200">
              <a:buFont typeface="Courier New" panose="02070309020205020404" pitchFamily="49" charset="0"/>
              <a:buChar char="o"/>
            </a:pPr>
            <a:r>
              <a:rPr lang="en-US" sz="2400" b="1" dirty="0">
                <a:solidFill>
                  <a:srgbClr val="C00000"/>
                </a:solidFill>
                <a:latin typeface="Aptos" panose="020B0004020202020204" pitchFamily="34" charset="0"/>
              </a:rPr>
              <a:t>Memory usage efficiency</a:t>
            </a:r>
            <a:r>
              <a:rPr lang="en-US" sz="2400" dirty="0">
                <a:latin typeface="Aptos" panose="020B0004020202020204" pitchFamily="34" charset="0"/>
              </a:rPr>
              <a:t>: How much memory is being copied across all the nodes? </a:t>
            </a:r>
          </a:p>
          <a:p>
            <a:pPr marL="457200" indent="-457200">
              <a:buFont typeface="Courier New" panose="02070309020205020404" pitchFamily="49" charset="0"/>
              <a:buChar char="o"/>
            </a:pPr>
            <a:r>
              <a:rPr lang="en-US" sz="2400" b="1" dirty="0">
                <a:solidFill>
                  <a:srgbClr val="C00000"/>
                </a:solidFill>
                <a:latin typeface="Aptos" panose="020B0004020202020204" pitchFamily="34" charset="0"/>
              </a:rPr>
              <a:t>Job/communication overhead</a:t>
            </a:r>
            <a:r>
              <a:rPr lang="en-US" sz="2400" dirty="0">
                <a:latin typeface="Aptos" panose="020B0004020202020204" pitchFamily="34" charset="0"/>
              </a:rPr>
              <a:t>: How much time you spend performing actual computation vs communication between tasks and nodes</a:t>
            </a:r>
          </a:p>
        </p:txBody>
      </p:sp>
    </p:spTree>
    <p:extLst>
      <p:ext uri="{BB962C8B-B14F-4D97-AF65-F5344CB8AC3E}">
        <p14:creationId xmlns:p14="http://schemas.microsoft.com/office/powerpoint/2010/main" val="13819793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8F589-707A-5365-2750-6B56287E4E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3EA21F5-B808-89A7-A1B8-86076298F745}"/>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082E1ABA-E853-9796-3789-ACCBA89FB29D}"/>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F26AD901-BB3C-88C9-5FC6-D1DACFCC9DEE}"/>
              </a:ext>
            </a:extLst>
          </p:cNvPr>
          <p:cNvSpPr txBox="1"/>
          <p:nvPr/>
        </p:nvSpPr>
        <p:spPr>
          <a:xfrm>
            <a:off x="298937" y="1720840"/>
            <a:ext cx="11381785"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The parallel implementation:</a:t>
            </a:r>
          </a:p>
        </p:txBody>
      </p:sp>
      <p:pic>
        <p:nvPicPr>
          <p:cNvPr id="4" name="Picture 3">
            <a:extLst>
              <a:ext uri="{FF2B5EF4-FFF2-40B4-BE49-F238E27FC236}">
                <a16:creationId xmlns:a16="http://schemas.microsoft.com/office/drawing/2014/main" id="{7B04DFFB-2F7E-DA36-7C69-8253EA7C5CF2}"/>
              </a:ext>
            </a:extLst>
          </p:cNvPr>
          <p:cNvPicPr>
            <a:picLocks noChangeAspect="1"/>
          </p:cNvPicPr>
          <p:nvPr/>
        </p:nvPicPr>
        <p:blipFill>
          <a:blip r:embed="rId3"/>
          <a:stretch>
            <a:fillRect/>
          </a:stretch>
        </p:blipFill>
        <p:spPr>
          <a:xfrm>
            <a:off x="1801156" y="2372852"/>
            <a:ext cx="7893451" cy="4119828"/>
          </a:xfrm>
          <a:prstGeom prst="rect">
            <a:avLst/>
          </a:prstGeom>
        </p:spPr>
      </p:pic>
    </p:spTree>
    <p:extLst>
      <p:ext uri="{BB962C8B-B14F-4D97-AF65-F5344CB8AC3E}">
        <p14:creationId xmlns:p14="http://schemas.microsoft.com/office/powerpoint/2010/main" val="18429731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A3746-800D-42CC-9653-4A606E5C7C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D1E7D1-339B-CD11-48E1-2C3E423B64A8}"/>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6DFE87C-3507-C6C2-9FFD-CC642FEA0B1E}"/>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6BBCD68B-3CEB-C6B0-BEBA-BDBFED672E80}"/>
              </a:ext>
            </a:extLst>
          </p:cNvPr>
          <p:cNvSpPr txBox="1"/>
          <p:nvPr/>
        </p:nvSpPr>
        <p:spPr>
          <a:xfrm>
            <a:off x="298937" y="1720840"/>
            <a:ext cx="11381785"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Metrics output</a:t>
            </a:r>
          </a:p>
        </p:txBody>
      </p:sp>
      <p:pic>
        <p:nvPicPr>
          <p:cNvPr id="5" name="Picture 4">
            <a:extLst>
              <a:ext uri="{FF2B5EF4-FFF2-40B4-BE49-F238E27FC236}">
                <a16:creationId xmlns:a16="http://schemas.microsoft.com/office/drawing/2014/main" id="{12E91CCA-6C5A-A8EF-4056-8C81696CB2AE}"/>
              </a:ext>
            </a:extLst>
          </p:cNvPr>
          <p:cNvPicPr>
            <a:picLocks noChangeAspect="1"/>
          </p:cNvPicPr>
          <p:nvPr/>
        </p:nvPicPr>
        <p:blipFill>
          <a:blip r:embed="rId3">
            <a:extLst>
              <a:ext uri="{28A0092B-C50C-407E-A947-70E740481C1C}">
                <a14:useLocalDpi xmlns:a14="http://schemas.microsoft.com/office/drawing/2010/main" val="0"/>
              </a:ext>
            </a:extLst>
          </a:blip>
          <a:srcRect t="6624"/>
          <a:stretch>
            <a:fillRect/>
          </a:stretch>
        </p:blipFill>
        <p:spPr>
          <a:xfrm>
            <a:off x="835741" y="2900406"/>
            <a:ext cx="5006603" cy="3673196"/>
          </a:xfrm>
          <a:prstGeom prst="rect">
            <a:avLst/>
          </a:prstGeom>
        </p:spPr>
      </p:pic>
      <p:pic>
        <p:nvPicPr>
          <p:cNvPr id="7" name="Picture 6">
            <a:extLst>
              <a:ext uri="{FF2B5EF4-FFF2-40B4-BE49-F238E27FC236}">
                <a16:creationId xmlns:a16="http://schemas.microsoft.com/office/drawing/2014/main" id="{AB6382B9-8A0E-E3D7-4A7F-59E253871139}"/>
              </a:ext>
            </a:extLst>
          </p:cNvPr>
          <p:cNvPicPr>
            <a:picLocks noChangeAspect="1"/>
          </p:cNvPicPr>
          <p:nvPr/>
        </p:nvPicPr>
        <p:blipFill>
          <a:blip r:embed="rId4">
            <a:extLst>
              <a:ext uri="{28A0092B-C50C-407E-A947-70E740481C1C}">
                <a14:useLocalDpi xmlns:a14="http://schemas.microsoft.com/office/drawing/2010/main" val="0"/>
              </a:ext>
            </a:extLst>
          </a:blip>
          <a:srcRect t="6624"/>
          <a:stretch>
            <a:fillRect/>
          </a:stretch>
        </p:blipFill>
        <p:spPr>
          <a:xfrm>
            <a:off x="5842344" y="2904205"/>
            <a:ext cx="5006603" cy="3673197"/>
          </a:xfrm>
          <a:prstGeom prst="rect">
            <a:avLst/>
          </a:prstGeom>
        </p:spPr>
      </p:pic>
      <p:sp>
        <p:nvSpPr>
          <p:cNvPr id="10" name="TextBox 9">
            <a:extLst>
              <a:ext uri="{FF2B5EF4-FFF2-40B4-BE49-F238E27FC236}">
                <a16:creationId xmlns:a16="http://schemas.microsoft.com/office/drawing/2014/main" id="{565DEB7A-8653-1183-5A2F-0841D905E687}"/>
              </a:ext>
            </a:extLst>
          </p:cNvPr>
          <p:cNvSpPr txBox="1"/>
          <p:nvPr/>
        </p:nvSpPr>
        <p:spPr>
          <a:xfrm>
            <a:off x="2413660" y="2330970"/>
            <a:ext cx="1850763" cy="461665"/>
          </a:xfrm>
          <a:prstGeom prst="rect">
            <a:avLst/>
          </a:prstGeom>
          <a:noFill/>
        </p:spPr>
        <p:txBody>
          <a:bodyPr wrap="none" rtlCol="0">
            <a:spAutoFit/>
          </a:bodyPr>
          <a:lstStyle/>
          <a:p>
            <a:r>
              <a:rPr lang="en-US" sz="2400" b="1" dirty="0">
                <a:latin typeface="Aptos" panose="020B0004020202020204" pitchFamily="34" charset="0"/>
              </a:rPr>
              <a:t>Raw scaling</a:t>
            </a:r>
          </a:p>
        </p:txBody>
      </p:sp>
      <p:sp>
        <p:nvSpPr>
          <p:cNvPr id="12" name="TextBox 11">
            <a:extLst>
              <a:ext uri="{FF2B5EF4-FFF2-40B4-BE49-F238E27FC236}">
                <a16:creationId xmlns:a16="http://schemas.microsoft.com/office/drawing/2014/main" id="{AFB074F4-061E-26A2-E172-E88876908C02}"/>
              </a:ext>
            </a:extLst>
          </p:cNvPr>
          <p:cNvSpPr txBox="1"/>
          <p:nvPr/>
        </p:nvSpPr>
        <p:spPr>
          <a:xfrm>
            <a:off x="6096000" y="2330970"/>
            <a:ext cx="4568815" cy="461665"/>
          </a:xfrm>
          <a:prstGeom prst="rect">
            <a:avLst/>
          </a:prstGeom>
          <a:noFill/>
        </p:spPr>
        <p:txBody>
          <a:bodyPr wrap="none" rtlCol="0">
            <a:spAutoFit/>
          </a:bodyPr>
          <a:lstStyle/>
          <a:p>
            <a:r>
              <a:rPr lang="en-US" sz="2400" b="1" dirty="0">
                <a:latin typeface="Aptos" panose="020B0004020202020204" pitchFamily="34" charset="0"/>
              </a:rPr>
              <a:t>Parallel speedup and efficiency</a:t>
            </a:r>
          </a:p>
        </p:txBody>
      </p:sp>
      <p:grpSp>
        <p:nvGrpSpPr>
          <p:cNvPr id="18" name="Group 17">
            <a:extLst>
              <a:ext uri="{FF2B5EF4-FFF2-40B4-BE49-F238E27FC236}">
                <a16:creationId xmlns:a16="http://schemas.microsoft.com/office/drawing/2014/main" id="{275EDEC5-8A5E-55C1-0270-1DD0515D802F}"/>
              </a:ext>
            </a:extLst>
          </p:cNvPr>
          <p:cNvGrpSpPr/>
          <p:nvPr/>
        </p:nvGrpSpPr>
        <p:grpSpPr>
          <a:xfrm>
            <a:off x="6096000" y="1648300"/>
            <a:ext cx="5584722" cy="2058461"/>
            <a:chOff x="6096000" y="1648300"/>
            <a:chExt cx="5584722" cy="2058461"/>
          </a:xfrm>
        </p:grpSpPr>
        <p:sp>
          <p:nvSpPr>
            <p:cNvPr id="13" name="Rectangle: Rounded Corners 12">
              <a:extLst>
                <a:ext uri="{FF2B5EF4-FFF2-40B4-BE49-F238E27FC236}">
                  <a16:creationId xmlns:a16="http://schemas.microsoft.com/office/drawing/2014/main" id="{CD7FA8B9-8361-3CE2-B9EC-8F674A9BE305}"/>
                </a:ext>
              </a:extLst>
            </p:cNvPr>
            <p:cNvSpPr/>
            <p:nvPr/>
          </p:nvSpPr>
          <p:spPr>
            <a:xfrm>
              <a:off x="6096000" y="2900406"/>
              <a:ext cx="4454013" cy="806355"/>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5B529E0-5E6E-32C6-AEE5-CA11FF0E4DC3}"/>
                </a:ext>
              </a:extLst>
            </p:cNvPr>
            <p:cNvCxnSpPr>
              <a:cxnSpLocks/>
            </p:cNvCxnSpPr>
            <p:nvPr/>
          </p:nvCxnSpPr>
          <p:spPr>
            <a:xfrm flipH="1">
              <a:off x="9340645" y="2094051"/>
              <a:ext cx="580103" cy="80635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EDF2DA2-B61F-CE27-62DA-7CE2311B764B}"/>
                    </a:ext>
                  </a:extLst>
                </p:cNvPr>
                <p:cNvSpPr txBox="1"/>
                <p:nvPr/>
              </p:nvSpPr>
              <p:spPr>
                <a:xfrm>
                  <a:off x="7884362" y="1648300"/>
                  <a:ext cx="3796360" cy="430887"/>
                </a:xfrm>
                <a:prstGeom prst="rect">
                  <a:avLst/>
                </a:prstGeom>
                <a:noFill/>
              </p:spPr>
              <p:txBody>
                <a:bodyPr wrap="none" rtlCol="0">
                  <a:spAutoFit/>
                </a:bodyPr>
                <a:lstStyle/>
                <a:p>
                  <a:r>
                    <a:rPr lang="en-US" sz="2200" b="1" dirty="0">
                      <a:solidFill>
                        <a:srgbClr val="C00000"/>
                      </a:solidFill>
                      <a:latin typeface="Aptos" panose="020B0004020202020204" pitchFamily="34" charset="0"/>
                    </a:rPr>
                    <a:t>Constant efficiency </a:t>
                  </a:r>
                  <a14:m>
                    <m:oMath xmlns:m="http://schemas.openxmlformats.org/officeDocument/2006/math">
                      <m:r>
                        <a:rPr lang="en-US" sz="2200" b="1" i="1" smtClean="0">
                          <a:solidFill>
                            <a:srgbClr val="C00000"/>
                          </a:solidFill>
                          <a:latin typeface="Cambria Math" panose="02040503050406030204" pitchFamily="18" charset="0"/>
                        </a:rPr>
                        <m:t>=</m:t>
                      </m:r>
                    </m:oMath>
                  </a14:m>
                  <a:r>
                    <a:rPr lang="en-US" sz="2200" b="1" dirty="0">
                      <a:solidFill>
                        <a:srgbClr val="C00000"/>
                      </a:solidFill>
                      <a:latin typeface="Aptos" panose="020B0004020202020204" pitchFamily="34" charset="0"/>
                    </a:rPr>
                    <a:t> Good!</a:t>
                  </a:r>
                </a:p>
              </p:txBody>
            </p:sp>
          </mc:Choice>
          <mc:Fallback xmlns="">
            <p:sp>
              <p:nvSpPr>
                <p:cNvPr id="17" name="TextBox 16">
                  <a:extLst>
                    <a:ext uri="{FF2B5EF4-FFF2-40B4-BE49-F238E27FC236}">
                      <a16:creationId xmlns:a16="http://schemas.microsoft.com/office/drawing/2014/main" id="{5EDF2DA2-B61F-CE27-62DA-7CE2311B764B}"/>
                    </a:ext>
                  </a:extLst>
                </p:cNvPr>
                <p:cNvSpPr txBox="1">
                  <a:spLocks noRot="1" noChangeAspect="1" noMove="1" noResize="1" noEditPoints="1" noAdjustHandles="1" noChangeArrowheads="1" noChangeShapeType="1" noTextEdit="1"/>
                </p:cNvSpPr>
                <p:nvPr/>
              </p:nvSpPr>
              <p:spPr>
                <a:xfrm>
                  <a:off x="7884362" y="1648300"/>
                  <a:ext cx="3796360" cy="430887"/>
                </a:xfrm>
                <a:prstGeom prst="rect">
                  <a:avLst/>
                </a:prstGeom>
                <a:blipFill>
                  <a:blip r:embed="rId5"/>
                  <a:stretch>
                    <a:fillRect l="-2087" t="-7042" r="-803" b="-29577"/>
                  </a:stretch>
                </a:blipFill>
              </p:spPr>
              <p:txBody>
                <a:bodyPr/>
                <a:lstStyle/>
                <a:p>
                  <a:r>
                    <a:rPr lang="en-US">
                      <a:noFill/>
                    </a:rPr>
                    <a:t> </a:t>
                  </a:r>
                </a:p>
              </p:txBody>
            </p:sp>
          </mc:Fallback>
        </mc:AlternateContent>
      </p:grpSp>
    </p:spTree>
    <p:extLst>
      <p:ext uri="{BB962C8B-B14F-4D97-AF65-F5344CB8AC3E}">
        <p14:creationId xmlns:p14="http://schemas.microsoft.com/office/powerpoint/2010/main" val="4581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1A172-19A9-A0C5-E2AD-BCB8CA38C88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FD65BC-3DDD-6A22-EEF8-27A7CF14351A}"/>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7E0ABB4-B94F-CF5C-9526-21C7F99995A5}"/>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41CBA49C-AC10-39E2-08F6-EDFB5DB79D91}"/>
              </a:ext>
            </a:extLst>
          </p:cNvPr>
          <p:cNvSpPr txBox="1"/>
          <p:nvPr/>
        </p:nvSpPr>
        <p:spPr>
          <a:xfrm>
            <a:off x="298937" y="1720840"/>
            <a:ext cx="11381785"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Metrics output</a:t>
            </a:r>
          </a:p>
        </p:txBody>
      </p:sp>
      <p:sp>
        <p:nvSpPr>
          <p:cNvPr id="10" name="TextBox 9">
            <a:extLst>
              <a:ext uri="{FF2B5EF4-FFF2-40B4-BE49-F238E27FC236}">
                <a16:creationId xmlns:a16="http://schemas.microsoft.com/office/drawing/2014/main" id="{7D4082F2-6553-E1B4-206C-482D8FE56CC3}"/>
              </a:ext>
            </a:extLst>
          </p:cNvPr>
          <p:cNvSpPr txBox="1"/>
          <p:nvPr/>
        </p:nvSpPr>
        <p:spPr>
          <a:xfrm>
            <a:off x="2413660" y="2330970"/>
            <a:ext cx="1902957" cy="461665"/>
          </a:xfrm>
          <a:prstGeom prst="rect">
            <a:avLst/>
          </a:prstGeom>
          <a:noFill/>
        </p:spPr>
        <p:txBody>
          <a:bodyPr wrap="none" rtlCol="0">
            <a:spAutoFit/>
          </a:bodyPr>
          <a:lstStyle/>
          <a:p>
            <a:r>
              <a:rPr lang="en-US" sz="2400" b="1" dirty="0">
                <a:latin typeface="Aptos" panose="020B0004020202020204" pitchFamily="34" charset="0"/>
              </a:rPr>
              <a:t>Memory use</a:t>
            </a:r>
          </a:p>
        </p:txBody>
      </p:sp>
      <p:pic>
        <p:nvPicPr>
          <p:cNvPr id="3" name="Picture 2">
            <a:extLst>
              <a:ext uri="{FF2B5EF4-FFF2-40B4-BE49-F238E27FC236}">
                <a16:creationId xmlns:a16="http://schemas.microsoft.com/office/drawing/2014/main" id="{3C3779B4-B243-709D-7EF3-3C3EC986AE31}"/>
              </a:ext>
            </a:extLst>
          </p:cNvPr>
          <p:cNvPicPr>
            <a:picLocks noChangeAspect="1"/>
          </p:cNvPicPr>
          <p:nvPr/>
        </p:nvPicPr>
        <p:blipFill>
          <a:blip r:embed="rId3"/>
          <a:srcRect t="7118"/>
          <a:stretch>
            <a:fillRect/>
          </a:stretch>
        </p:blipFill>
        <p:spPr>
          <a:xfrm>
            <a:off x="865419" y="2792635"/>
            <a:ext cx="4999438" cy="3648516"/>
          </a:xfrm>
          <a:prstGeom prst="rect">
            <a:avLst/>
          </a:prstGeom>
        </p:spPr>
      </p:pic>
      <p:grpSp>
        <p:nvGrpSpPr>
          <p:cNvPr id="15" name="Group 14">
            <a:extLst>
              <a:ext uri="{FF2B5EF4-FFF2-40B4-BE49-F238E27FC236}">
                <a16:creationId xmlns:a16="http://schemas.microsoft.com/office/drawing/2014/main" id="{5275E366-B8DE-2359-AB5E-5F1B98A4B6A3}"/>
              </a:ext>
            </a:extLst>
          </p:cNvPr>
          <p:cNvGrpSpPr/>
          <p:nvPr/>
        </p:nvGrpSpPr>
        <p:grpSpPr>
          <a:xfrm>
            <a:off x="2413661" y="3254301"/>
            <a:ext cx="8313398" cy="3264486"/>
            <a:chOff x="2413661" y="3254301"/>
            <a:chExt cx="8313398" cy="3264486"/>
          </a:xfrm>
        </p:grpSpPr>
        <p:sp>
          <p:nvSpPr>
            <p:cNvPr id="6" name="TextBox 5">
              <a:extLst>
                <a:ext uri="{FF2B5EF4-FFF2-40B4-BE49-F238E27FC236}">
                  <a16:creationId xmlns:a16="http://schemas.microsoft.com/office/drawing/2014/main" id="{99446F6C-EE2D-9AE1-7313-AF68A8AE3B6F}"/>
                </a:ext>
              </a:extLst>
            </p:cNvPr>
            <p:cNvSpPr txBox="1"/>
            <p:nvPr/>
          </p:nvSpPr>
          <p:spPr>
            <a:xfrm>
              <a:off x="6262285" y="3929795"/>
              <a:ext cx="4464774" cy="2462213"/>
            </a:xfrm>
            <a:prstGeom prst="rect">
              <a:avLst/>
            </a:prstGeom>
            <a:noFill/>
          </p:spPr>
          <p:txBody>
            <a:bodyPr wrap="square" rtlCol="0">
              <a:spAutoFit/>
            </a:bodyPr>
            <a:lstStyle/>
            <a:p>
              <a:r>
                <a:rPr lang="en-US" sz="2200" b="1" dirty="0">
                  <a:solidFill>
                    <a:srgbClr val="C00000"/>
                  </a:solidFill>
                  <a:latin typeface="Aptos" panose="020B0004020202020204" pitchFamily="34" charset="0"/>
                </a:rPr>
                <a:t>Decreasing memory efficiency:</a:t>
              </a:r>
            </a:p>
            <a:p>
              <a:pPr marL="342900" indent="-342900">
                <a:buFont typeface="Courier New" panose="02070309020205020404" pitchFamily="49" charset="0"/>
                <a:buChar char="o"/>
              </a:pPr>
              <a:r>
                <a:rPr lang="en-US" sz="2200" dirty="0">
                  <a:latin typeface="Aptos" panose="020B0004020202020204" pitchFamily="34" charset="0"/>
                </a:rPr>
                <a:t>Not good!</a:t>
              </a:r>
            </a:p>
            <a:p>
              <a:pPr marL="342900" indent="-342900">
                <a:buFont typeface="Courier New" panose="02070309020205020404" pitchFamily="49" charset="0"/>
                <a:buChar char="o"/>
              </a:pPr>
              <a:r>
                <a:rPr lang="en-US" sz="2200" dirty="0">
                  <a:latin typeface="Aptos" panose="020B0004020202020204" pitchFamily="34" charset="0"/>
                </a:rPr>
                <a:t>Data is being duplicated across nodes/processors </a:t>
              </a:r>
            </a:p>
            <a:p>
              <a:pPr marL="342900" indent="-342900">
                <a:buFont typeface="Courier New" panose="02070309020205020404" pitchFamily="49" charset="0"/>
                <a:buChar char="o"/>
              </a:pPr>
              <a:r>
                <a:rPr lang="en-US" sz="2200" dirty="0">
                  <a:latin typeface="Aptos" panose="020B0004020202020204" pitchFamily="34" charset="0"/>
                </a:rPr>
                <a:t>Could be improved by parallelizing across the grid of pixels</a:t>
              </a:r>
            </a:p>
          </p:txBody>
        </p:sp>
        <p:sp>
          <p:nvSpPr>
            <p:cNvPr id="14" name="Rectangle: Rounded Corners 13">
              <a:extLst>
                <a:ext uri="{FF2B5EF4-FFF2-40B4-BE49-F238E27FC236}">
                  <a16:creationId xmlns:a16="http://schemas.microsoft.com/office/drawing/2014/main" id="{CB8219CC-B29A-87EB-3E8C-D38921B099F9}"/>
                </a:ext>
              </a:extLst>
            </p:cNvPr>
            <p:cNvSpPr/>
            <p:nvPr/>
          </p:nvSpPr>
          <p:spPr>
            <a:xfrm>
              <a:off x="2413661" y="3254301"/>
              <a:ext cx="3682340" cy="3264486"/>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5362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836A3-2C25-89AA-8913-934D853347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3862F3D-B3DC-0100-FDEA-D8451601A47E}"/>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5249850-9B9C-F168-6109-93B71E384C1F}"/>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3BBAAB8A-FCD5-F76D-73A3-F1192A4842CF}"/>
              </a:ext>
            </a:extLst>
          </p:cNvPr>
          <p:cNvSpPr txBox="1"/>
          <p:nvPr/>
        </p:nvSpPr>
        <p:spPr>
          <a:xfrm>
            <a:off x="298937" y="1720840"/>
            <a:ext cx="11381785"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Metrics output</a:t>
            </a:r>
          </a:p>
        </p:txBody>
      </p:sp>
      <p:sp>
        <p:nvSpPr>
          <p:cNvPr id="10" name="TextBox 9">
            <a:extLst>
              <a:ext uri="{FF2B5EF4-FFF2-40B4-BE49-F238E27FC236}">
                <a16:creationId xmlns:a16="http://schemas.microsoft.com/office/drawing/2014/main" id="{DC783794-6B6A-73D5-5A29-6B7FF8315189}"/>
              </a:ext>
            </a:extLst>
          </p:cNvPr>
          <p:cNvSpPr txBox="1"/>
          <p:nvPr/>
        </p:nvSpPr>
        <p:spPr>
          <a:xfrm>
            <a:off x="2413660" y="2330970"/>
            <a:ext cx="1902957" cy="461665"/>
          </a:xfrm>
          <a:prstGeom prst="rect">
            <a:avLst/>
          </a:prstGeom>
          <a:noFill/>
        </p:spPr>
        <p:txBody>
          <a:bodyPr wrap="none" rtlCol="0">
            <a:spAutoFit/>
          </a:bodyPr>
          <a:lstStyle/>
          <a:p>
            <a:r>
              <a:rPr lang="en-US" sz="2400" b="1" dirty="0">
                <a:latin typeface="Aptos" panose="020B0004020202020204" pitchFamily="34" charset="0"/>
              </a:rPr>
              <a:t>Memory use</a:t>
            </a:r>
          </a:p>
        </p:txBody>
      </p:sp>
      <p:pic>
        <p:nvPicPr>
          <p:cNvPr id="3" name="Picture 2">
            <a:extLst>
              <a:ext uri="{FF2B5EF4-FFF2-40B4-BE49-F238E27FC236}">
                <a16:creationId xmlns:a16="http://schemas.microsoft.com/office/drawing/2014/main" id="{D72C0C28-A252-C3BA-EAE0-8F30AAD5330A}"/>
              </a:ext>
            </a:extLst>
          </p:cNvPr>
          <p:cNvPicPr>
            <a:picLocks noChangeAspect="1"/>
          </p:cNvPicPr>
          <p:nvPr/>
        </p:nvPicPr>
        <p:blipFill>
          <a:blip r:embed="rId3"/>
          <a:srcRect t="7118"/>
          <a:stretch>
            <a:fillRect/>
          </a:stretch>
        </p:blipFill>
        <p:spPr>
          <a:xfrm>
            <a:off x="865419" y="2792635"/>
            <a:ext cx="4999438" cy="3648516"/>
          </a:xfrm>
          <a:prstGeom prst="rect">
            <a:avLst/>
          </a:prstGeom>
        </p:spPr>
      </p:pic>
      <p:pic>
        <p:nvPicPr>
          <p:cNvPr id="5" name="Picture 4">
            <a:extLst>
              <a:ext uri="{FF2B5EF4-FFF2-40B4-BE49-F238E27FC236}">
                <a16:creationId xmlns:a16="http://schemas.microsoft.com/office/drawing/2014/main" id="{E60DA6A5-BE12-7096-C2A2-CB89A0CE893D}"/>
              </a:ext>
            </a:extLst>
          </p:cNvPr>
          <p:cNvPicPr>
            <a:picLocks noChangeAspect="1"/>
          </p:cNvPicPr>
          <p:nvPr/>
        </p:nvPicPr>
        <p:blipFill>
          <a:blip r:embed="rId4">
            <a:extLst>
              <a:ext uri="{28A0092B-C50C-407E-A947-70E740481C1C}">
                <a14:useLocalDpi xmlns:a14="http://schemas.microsoft.com/office/drawing/2010/main" val="0"/>
              </a:ext>
            </a:extLst>
          </a:blip>
          <a:srcRect t="5960"/>
          <a:stretch>
            <a:fillRect/>
          </a:stretch>
        </p:blipFill>
        <p:spPr>
          <a:xfrm>
            <a:off x="6096000" y="2747122"/>
            <a:ext cx="4999438" cy="3694029"/>
          </a:xfrm>
          <a:prstGeom prst="rect">
            <a:avLst/>
          </a:prstGeom>
        </p:spPr>
      </p:pic>
      <p:sp>
        <p:nvSpPr>
          <p:cNvPr id="11" name="TextBox 10">
            <a:extLst>
              <a:ext uri="{FF2B5EF4-FFF2-40B4-BE49-F238E27FC236}">
                <a16:creationId xmlns:a16="http://schemas.microsoft.com/office/drawing/2014/main" id="{960D41E0-6ADC-2C64-F1C1-CB85AE507041}"/>
              </a:ext>
            </a:extLst>
          </p:cNvPr>
          <p:cNvSpPr txBox="1"/>
          <p:nvPr/>
        </p:nvSpPr>
        <p:spPr>
          <a:xfrm>
            <a:off x="6847827" y="2293699"/>
            <a:ext cx="3664273" cy="461665"/>
          </a:xfrm>
          <a:prstGeom prst="rect">
            <a:avLst/>
          </a:prstGeom>
          <a:noFill/>
        </p:spPr>
        <p:txBody>
          <a:bodyPr wrap="none" rtlCol="0">
            <a:spAutoFit/>
          </a:bodyPr>
          <a:lstStyle/>
          <a:p>
            <a:r>
              <a:rPr lang="en-US" sz="2400" b="1" dirty="0">
                <a:latin typeface="Aptos" panose="020B0004020202020204" pitchFamily="34" charset="0"/>
              </a:rPr>
              <a:t>Job/communication time</a:t>
            </a:r>
          </a:p>
        </p:txBody>
      </p:sp>
    </p:spTree>
    <p:extLst>
      <p:ext uri="{BB962C8B-B14F-4D97-AF65-F5344CB8AC3E}">
        <p14:creationId xmlns:p14="http://schemas.microsoft.com/office/powerpoint/2010/main" val="3426561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39256-90CF-F36E-55B5-59CC899DA23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454A553-310F-D5D6-C19A-369D0A27728F}"/>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CB5AE9FA-C071-7150-CEEC-98D53D656399}"/>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The Mandelbrot Set: Hopper Example</a:t>
            </a:r>
          </a:p>
        </p:txBody>
      </p:sp>
      <p:sp>
        <p:nvSpPr>
          <p:cNvPr id="8" name="TextBox 7">
            <a:extLst>
              <a:ext uri="{FF2B5EF4-FFF2-40B4-BE49-F238E27FC236}">
                <a16:creationId xmlns:a16="http://schemas.microsoft.com/office/drawing/2014/main" id="{4EAA5707-E01E-8D21-8E71-34322822678F}"/>
              </a:ext>
            </a:extLst>
          </p:cNvPr>
          <p:cNvSpPr txBox="1"/>
          <p:nvPr/>
        </p:nvSpPr>
        <p:spPr>
          <a:xfrm>
            <a:off x="298937" y="1720840"/>
            <a:ext cx="11381785"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Metrics output</a:t>
            </a:r>
          </a:p>
        </p:txBody>
      </p:sp>
      <p:sp>
        <p:nvSpPr>
          <p:cNvPr id="10" name="TextBox 9">
            <a:extLst>
              <a:ext uri="{FF2B5EF4-FFF2-40B4-BE49-F238E27FC236}">
                <a16:creationId xmlns:a16="http://schemas.microsoft.com/office/drawing/2014/main" id="{5228A27C-957C-68A1-1D6F-B6857943DF92}"/>
              </a:ext>
            </a:extLst>
          </p:cNvPr>
          <p:cNvSpPr txBox="1"/>
          <p:nvPr/>
        </p:nvSpPr>
        <p:spPr>
          <a:xfrm>
            <a:off x="2413660" y="2330970"/>
            <a:ext cx="1902957" cy="461665"/>
          </a:xfrm>
          <a:prstGeom prst="rect">
            <a:avLst/>
          </a:prstGeom>
          <a:noFill/>
        </p:spPr>
        <p:txBody>
          <a:bodyPr wrap="none" rtlCol="0">
            <a:spAutoFit/>
          </a:bodyPr>
          <a:lstStyle/>
          <a:p>
            <a:r>
              <a:rPr lang="en-US" sz="2400" b="1" dirty="0">
                <a:latin typeface="Aptos" panose="020B0004020202020204" pitchFamily="34" charset="0"/>
              </a:rPr>
              <a:t>Memory use</a:t>
            </a:r>
          </a:p>
        </p:txBody>
      </p:sp>
      <p:pic>
        <p:nvPicPr>
          <p:cNvPr id="3" name="Picture 2">
            <a:extLst>
              <a:ext uri="{FF2B5EF4-FFF2-40B4-BE49-F238E27FC236}">
                <a16:creationId xmlns:a16="http://schemas.microsoft.com/office/drawing/2014/main" id="{B116B5BF-0D3E-F17F-E1F3-2FBC28BD0247}"/>
              </a:ext>
            </a:extLst>
          </p:cNvPr>
          <p:cNvPicPr>
            <a:picLocks noChangeAspect="1"/>
          </p:cNvPicPr>
          <p:nvPr/>
        </p:nvPicPr>
        <p:blipFill>
          <a:blip r:embed="rId3"/>
          <a:srcRect t="7118"/>
          <a:stretch>
            <a:fillRect/>
          </a:stretch>
        </p:blipFill>
        <p:spPr>
          <a:xfrm>
            <a:off x="865419" y="2792635"/>
            <a:ext cx="4999438" cy="3648516"/>
          </a:xfrm>
          <a:prstGeom prst="rect">
            <a:avLst/>
          </a:prstGeom>
        </p:spPr>
      </p:pic>
      <p:pic>
        <p:nvPicPr>
          <p:cNvPr id="5" name="Picture 4">
            <a:extLst>
              <a:ext uri="{FF2B5EF4-FFF2-40B4-BE49-F238E27FC236}">
                <a16:creationId xmlns:a16="http://schemas.microsoft.com/office/drawing/2014/main" id="{6AE704A1-C49B-B83C-5CB4-B7799C2F6666}"/>
              </a:ext>
            </a:extLst>
          </p:cNvPr>
          <p:cNvPicPr>
            <a:picLocks noChangeAspect="1"/>
          </p:cNvPicPr>
          <p:nvPr/>
        </p:nvPicPr>
        <p:blipFill>
          <a:blip r:embed="rId4">
            <a:extLst>
              <a:ext uri="{28A0092B-C50C-407E-A947-70E740481C1C}">
                <a14:useLocalDpi xmlns:a14="http://schemas.microsoft.com/office/drawing/2010/main" val="0"/>
              </a:ext>
            </a:extLst>
          </a:blip>
          <a:srcRect t="5960"/>
          <a:stretch>
            <a:fillRect/>
          </a:stretch>
        </p:blipFill>
        <p:spPr>
          <a:xfrm>
            <a:off x="6096000" y="2747122"/>
            <a:ext cx="4999438" cy="3694029"/>
          </a:xfrm>
          <a:prstGeom prst="rect">
            <a:avLst/>
          </a:prstGeom>
        </p:spPr>
      </p:pic>
      <p:sp>
        <p:nvSpPr>
          <p:cNvPr id="11" name="TextBox 10">
            <a:extLst>
              <a:ext uri="{FF2B5EF4-FFF2-40B4-BE49-F238E27FC236}">
                <a16:creationId xmlns:a16="http://schemas.microsoft.com/office/drawing/2014/main" id="{FC4929C4-E51B-791F-B96F-BE37F2F4463A}"/>
              </a:ext>
            </a:extLst>
          </p:cNvPr>
          <p:cNvSpPr txBox="1"/>
          <p:nvPr/>
        </p:nvSpPr>
        <p:spPr>
          <a:xfrm>
            <a:off x="6847827" y="2293699"/>
            <a:ext cx="3664273" cy="461665"/>
          </a:xfrm>
          <a:prstGeom prst="rect">
            <a:avLst/>
          </a:prstGeom>
          <a:noFill/>
        </p:spPr>
        <p:txBody>
          <a:bodyPr wrap="none" rtlCol="0">
            <a:spAutoFit/>
          </a:bodyPr>
          <a:lstStyle/>
          <a:p>
            <a:r>
              <a:rPr lang="en-US" sz="2400" b="1" dirty="0">
                <a:latin typeface="Aptos" panose="020B0004020202020204" pitchFamily="34" charset="0"/>
              </a:rPr>
              <a:t>Job/communication time</a:t>
            </a:r>
          </a:p>
        </p:txBody>
      </p:sp>
      <p:sp>
        <p:nvSpPr>
          <p:cNvPr id="6" name="Rectangle 5">
            <a:extLst>
              <a:ext uri="{FF2B5EF4-FFF2-40B4-BE49-F238E27FC236}">
                <a16:creationId xmlns:a16="http://schemas.microsoft.com/office/drawing/2014/main" id="{048248EB-76A5-EFBC-1E8F-FF9A529AF525}"/>
              </a:ext>
            </a:extLst>
          </p:cNvPr>
          <p:cNvSpPr/>
          <p:nvPr/>
        </p:nvSpPr>
        <p:spPr>
          <a:xfrm>
            <a:off x="416925" y="2293699"/>
            <a:ext cx="5447932" cy="423492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DDA7195A-33F3-833D-91AF-DC022872D69B}"/>
              </a:ext>
            </a:extLst>
          </p:cNvPr>
          <p:cNvGrpSpPr/>
          <p:nvPr/>
        </p:nvGrpSpPr>
        <p:grpSpPr>
          <a:xfrm>
            <a:off x="500413" y="2792635"/>
            <a:ext cx="9936476" cy="3264486"/>
            <a:chOff x="500413" y="2792635"/>
            <a:chExt cx="9936476" cy="3264486"/>
          </a:xfrm>
        </p:grpSpPr>
        <p:sp>
          <p:nvSpPr>
            <p:cNvPr id="12" name="TextBox 11">
              <a:extLst>
                <a:ext uri="{FF2B5EF4-FFF2-40B4-BE49-F238E27FC236}">
                  <a16:creationId xmlns:a16="http://schemas.microsoft.com/office/drawing/2014/main" id="{BFF0EA90-4078-E2C2-D646-11A341514DB9}"/>
                </a:ext>
              </a:extLst>
            </p:cNvPr>
            <p:cNvSpPr txBox="1"/>
            <p:nvPr/>
          </p:nvSpPr>
          <p:spPr>
            <a:xfrm>
              <a:off x="500413" y="3024494"/>
              <a:ext cx="5364444" cy="2800767"/>
            </a:xfrm>
            <a:prstGeom prst="rect">
              <a:avLst/>
            </a:prstGeom>
            <a:solidFill>
              <a:schemeClr val="bg1"/>
            </a:solidFill>
          </p:spPr>
          <p:txBody>
            <a:bodyPr wrap="square" rtlCol="0">
              <a:spAutoFit/>
            </a:bodyPr>
            <a:lstStyle/>
            <a:p>
              <a:r>
                <a:rPr lang="en-US" sz="2200" b="1" dirty="0">
                  <a:solidFill>
                    <a:srgbClr val="C00000"/>
                  </a:solidFill>
                  <a:latin typeface="Aptos" panose="020B0004020202020204" pitchFamily="34" charset="0"/>
                </a:rPr>
                <a:t>Constant job/communication fraction</a:t>
              </a:r>
            </a:p>
            <a:p>
              <a:pPr marL="342900" indent="-342900">
                <a:buFont typeface="Courier New" panose="02070309020205020404" pitchFamily="49" charset="0"/>
                <a:buChar char="o"/>
              </a:pPr>
              <a:r>
                <a:rPr lang="en-US" sz="2200" dirty="0">
                  <a:latin typeface="Aptos" panose="020B0004020202020204" pitchFamily="34" charset="0"/>
                </a:rPr>
                <a:t>Good!</a:t>
              </a:r>
            </a:p>
            <a:p>
              <a:pPr marL="342900" indent="-342900">
                <a:buFont typeface="Courier New" panose="02070309020205020404" pitchFamily="49" charset="0"/>
                <a:buChar char="o"/>
              </a:pPr>
              <a:r>
                <a:rPr lang="en-US" sz="2200" dirty="0">
                  <a:latin typeface="Aptos" panose="020B0004020202020204" pitchFamily="34" charset="0"/>
                </a:rPr>
                <a:t>The amount of work done vs time spend coordinating jobs across nodes is approximately constant as you increase your nodes</a:t>
              </a:r>
            </a:p>
            <a:p>
              <a:pPr marL="342900" indent="-342900">
                <a:buFont typeface="Courier New" panose="02070309020205020404" pitchFamily="49" charset="0"/>
                <a:buChar char="o"/>
              </a:pPr>
              <a:r>
                <a:rPr lang="en-US" sz="2200" dirty="0">
                  <a:latin typeface="Aptos" panose="020B0004020202020204" pitchFamily="34" charset="0"/>
                </a:rPr>
                <a:t>A sign that work is being distributed efficiently</a:t>
              </a:r>
            </a:p>
          </p:txBody>
        </p:sp>
        <p:sp>
          <p:nvSpPr>
            <p:cNvPr id="13" name="Rectangle: Rounded Corners 12">
              <a:extLst>
                <a:ext uri="{FF2B5EF4-FFF2-40B4-BE49-F238E27FC236}">
                  <a16:creationId xmlns:a16="http://schemas.microsoft.com/office/drawing/2014/main" id="{F33563F4-EFF9-D759-72A0-E2B8237FA455}"/>
                </a:ext>
              </a:extLst>
            </p:cNvPr>
            <p:cNvSpPr/>
            <p:nvPr/>
          </p:nvSpPr>
          <p:spPr>
            <a:xfrm>
              <a:off x="6754549" y="2792635"/>
              <a:ext cx="3682340" cy="3264486"/>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498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FA934-D0EB-679F-018A-D59D942257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B4207C-0784-F556-2E04-AEC7AC762F12}"/>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EE62D80-13DC-945E-B1CE-DBFB7CDD2C3E}"/>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Topics Covered</a:t>
            </a:r>
          </a:p>
        </p:txBody>
      </p:sp>
      <p:pic>
        <p:nvPicPr>
          <p:cNvPr id="3" name="Picture 2" descr="A red circle with text and a shield with a book&#10;&#10;Description automatically generated">
            <a:extLst>
              <a:ext uri="{FF2B5EF4-FFF2-40B4-BE49-F238E27FC236}">
                <a16:creationId xmlns:a16="http://schemas.microsoft.com/office/drawing/2014/main" id="{7895734C-820B-B536-8221-0850C9A61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grpSp>
        <p:nvGrpSpPr>
          <p:cNvPr id="10" name="Group 9">
            <a:extLst>
              <a:ext uri="{FF2B5EF4-FFF2-40B4-BE49-F238E27FC236}">
                <a16:creationId xmlns:a16="http://schemas.microsoft.com/office/drawing/2014/main" id="{315F0352-2160-ABC6-B15A-2BBBCBB47193}"/>
              </a:ext>
            </a:extLst>
          </p:cNvPr>
          <p:cNvGrpSpPr/>
          <p:nvPr/>
        </p:nvGrpSpPr>
        <p:grpSpPr>
          <a:xfrm>
            <a:off x="528550" y="3006966"/>
            <a:ext cx="10543594" cy="685800"/>
            <a:chOff x="587828" y="1856793"/>
            <a:chExt cx="10543594" cy="685800"/>
          </a:xfrm>
        </p:grpSpPr>
        <p:sp>
          <p:nvSpPr>
            <p:cNvPr id="11" name="TextBox 10">
              <a:extLst>
                <a:ext uri="{FF2B5EF4-FFF2-40B4-BE49-F238E27FC236}">
                  <a16:creationId xmlns:a16="http://schemas.microsoft.com/office/drawing/2014/main" id="{10C7225A-C347-A1FE-3C02-962A5CF0F8B2}"/>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Connecting to your instance via VS Code</a:t>
              </a:r>
            </a:p>
          </p:txBody>
        </p:sp>
        <p:grpSp>
          <p:nvGrpSpPr>
            <p:cNvPr id="12" name="Group 11">
              <a:extLst>
                <a:ext uri="{FF2B5EF4-FFF2-40B4-BE49-F238E27FC236}">
                  <a16:creationId xmlns:a16="http://schemas.microsoft.com/office/drawing/2014/main" id="{CA1076CD-A47B-0159-2000-3CCC8A2143EA}"/>
                </a:ext>
              </a:extLst>
            </p:cNvPr>
            <p:cNvGrpSpPr/>
            <p:nvPr/>
          </p:nvGrpSpPr>
          <p:grpSpPr>
            <a:xfrm>
              <a:off x="587828" y="1856793"/>
              <a:ext cx="685800" cy="685800"/>
              <a:chOff x="475861" y="1763486"/>
              <a:chExt cx="685800" cy="685800"/>
            </a:xfrm>
          </p:grpSpPr>
          <p:sp>
            <p:nvSpPr>
              <p:cNvPr id="13" name="Oval 12">
                <a:extLst>
                  <a:ext uri="{FF2B5EF4-FFF2-40B4-BE49-F238E27FC236}">
                    <a16:creationId xmlns:a16="http://schemas.microsoft.com/office/drawing/2014/main" id="{54A6D5B6-2684-5D5A-B6C8-A1AAD7A81C13}"/>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C1A94AC-2DCB-A6CE-BDF1-68A0BE9EC7F2}"/>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2</a:t>
                </a:r>
              </a:p>
            </p:txBody>
          </p:sp>
        </p:grpSp>
      </p:grpSp>
      <p:grpSp>
        <p:nvGrpSpPr>
          <p:cNvPr id="25" name="Group 24">
            <a:extLst>
              <a:ext uri="{FF2B5EF4-FFF2-40B4-BE49-F238E27FC236}">
                <a16:creationId xmlns:a16="http://schemas.microsoft.com/office/drawing/2014/main" id="{A6741F60-B93D-76F9-A70B-A3C2E64EAE57}"/>
              </a:ext>
            </a:extLst>
          </p:cNvPr>
          <p:cNvGrpSpPr/>
          <p:nvPr/>
        </p:nvGrpSpPr>
        <p:grpSpPr>
          <a:xfrm>
            <a:off x="528550" y="1990439"/>
            <a:ext cx="10543594" cy="685800"/>
            <a:chOff x="587828" y="1856793"/>
            <a:chExt cx="10543594" cy="685800"/>
          </a:xfrm>
        </p:grpSpPr>
        <p:sp>
          <p:nvSpPr>
            <p:cNvPr id="26" name="TextBox 25">
              <a:extLst>
                <a:ext uri="{FF2B5EF4-FFF2-40B4-BE49-F238E27FC236}">
                  <a16:creationId xmlns:a16="http://schemas.microsoft.com/office/drawing/2014/main" id="{5AC16752-FAB1-8758-716B-252460461996}"/>
                </a:ext>
              </a:extLst>
            </p:cNvPr>
            <p:cNvSpPr txBox="1"/>
            <p:nvPr/>
          </p:nvSpPr>
          <p:spPr>
            <a:xfrm>
              <a:off x="1653336" y="1909677"/>
              <a:ext cx="9478086" cy="553998"/>
            </a:xfrm>
            <a:prstGeom prst="rect">
              <a:avLst/>
            </a:prstGeom>
            <a:noFill/>
          </p:spPr>
          <p:txBody>
            <a:bodyPr wrap="square" rtlCol="0">
              <a:spAutoFit/>
            </a:bodyPr>
            <a:lstStyle/>
            <a:p>
              <a:r>
                <a:rPr lang="en-US" sz="3000" dirty="0">
                  <a:latin typeface="Aptos" panose="020B0004020202020204" pitchFamily="34" charset="0"/>
                </a:rPr>
                <a:t>Getting set up on Amazon AWS Cloud </a:t>
              </a:r>
            </a:p>
          </p:txBody>
        </p:sp>
        <p:grpSp>
          <p:nvGrpSpPr>
            <p:cNvPr id="27" name="Group 26">
              <a:extLst>
                <a:ext uri="{FF2B5EF4-FFF2-40B4-BE49-F238E27FC236}">
                  <a16:creationId xmlns:a16="http://schemas.microsoft.com/office/drawing/2014/main" id="{729E374B-5470-BFE2-6FD4-F3E189C42AE1}"/>
                </a:ext>
              </a:extLst>
            </p:cNvPr>
            <p:cNvGrpSpPr/>
            <p:nvPr/>
          </p:nvGrpSpPr>
          <p:grpSpPr>
            <a:xfrm>
              <a:off x="587828" y="1856793"/>
              <a:ext cx="685800" cy="685800"/>
              <a:chOff x="475861" y="1763486"/>
              <a:chExt cx="685800" cy="685800"/>
            </a:xfrm>
          </p:grpSpPr>
          <p:sp>
            <p:nvSpPr>
              <p:cNvPr id="28" name="Oval 27">
                <a:extLst>
                  <a:ext uri="{FF2B5EF4-FFF2-40B4-BE49-F238E27FC236}">
                    <a16:creationId xmlns:a16="http://schemas.microsoft.com/office/drawing/2014/main" id="{FC6EA099-44F6-EC91-36FA-59CEE21CCB72}"/>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C78A150-45D3-0FC1-B934-B68BF782278D}"/>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1</a:t>
                </a:r>
              </a:p>
            </p:txBody>
          </p:sp>
        </p:grpSp>
      </p:grpSp>
      <p:grpSp>
        <p:nvGrpSpPr>
          <p:cNvPr id="4" name="Group 3">
            <a:extLst>
              <a:ext uri="{FF2B5EF4-FFF2-40B4-BE49-F238E27FC236}">
                <a16:creationId xmlns:a16="http://schemas.microsoft.com/office/drawing/2014/main" id="{607A3228-2D0D-37DD-EC09-47F6D3D18E25}"/>
              </a:ext>
            </a:extLst>
          </p:cNvPr>
          <p:cNvGrpSpPr/>
          <p:nvPr/>
        </p:nvGrpSpPr>
        <p:grpSpPr>
          <a:xfrm>
            <a:off x="528550" y="4097905"/>
            <a:ext cx="10543594" cy="685800"/>
            <a:chOff x="587828" y="1856793"/>
            <a:chExt cx="10543594" cy="685800"/>
          </a:xfrm>
        </p:grpSpPr>
        <p:sp>
          <p:nvSpPr>
            <p:cNvPr id="5" name="TextBox 4">
              <a:extLst>
                <a:ext uri="{FF2B5EF4-FFF2-40B4-BE49-F238E27FC236}">
                  <a16:creationId xmlns:a16="http://schemas.microsoft.com/office/drawing/2014/main" id="{A0DDE3D1-A7DA-92E0-DB69-1F5B90F9C269}"/>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Demo: The Mandelbrot Set</a:t>
              </a:r>
            </a:p>
          </p:txBody>
        </p:sp>
        <p:grpSp>
          <p:nvGrpSpPr>
            <p:cNvPr id="6" name="Group 5">
              <a:extLst>
                <a:ext uri="{FF2B5EF4-FFF2-40B4-BE49-F238E27FC236}">
                  <a16:creationId xmlns:a16="http://schemas.microsoft.com/office/drawing/2014/main" id="{8A41C94A-0708-1D7B-29E6-3F0EE67AA67C}"/>
                </a:ext>
              </a:extLst>
            </p:cNvPr>
            <p:cNvGrpSpPr/>
            <p:nvPr/>
          </p:nvGrpSpPr>
          <p:grpSpPr>
            <a:xfrm>
              <a:off x="587828" y="1856793"/>
              <a:ext cx="685800" cy="685800"/>
              <a:chOff x="475861" y="1763486"/>
              <a:chExt cx="685800" cy="685800"/>
            </a:xfrm>
          </p:grpSpPr>
          <p:sp>
            <p:nvSpPr>
              <p:cNvPr id="7" name="Oval 6">
                <a:extLst>
                  <a:ext uri="{FF2B5EF4-FFF2-40B4-BE49-F238E27FC236}">
                    <a16:creationId xmlns:a16="http://schemas.microsoft.com/office/drawing/2014/main" id="{BC21FE8C-DB13-5EB7-B4D8-F44E84E03E05}"/>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5018235-6AD2-9C24-2E05-CBD51A886667}"/>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3</a:t>
                </a:r>
              </a:p>
            </p:txBody>
          </p:sp>
        </p:grpSp>
      </p:grpSp>
      <p:grpSp>
        <p:nvGrpSpPr>
          <p:cNvPr id="15" name="Group 14">
            <a:extLst>
              <a:ext uri="{FF2B5EF4-FFF2-40B4-BE49-F238E27FC236}">
                <a16:creationId xmlns:a16="http://schemas.microsoft.com/office/drawing/2014/main" id="{4FAEA32D-19DA-A363-D77F-17CAC03FADF9}"/>
              </a:ext>
            </a:extLst>
          </p:cNvPr>
          <p:cNvGrpSpPr/>
          <p:nvPr/>
        </p:nvGrpSpPr>
        <p:grpSpPr>
          <a:xfrm>
            <a:off x="528550" y="5098940"/>
            <a:ext cx="10543594" cy="685800"/>
            <a:chOff x="587828" y="1856793"/>
            <a:chExt cx="10543594" cy="685800"/>
          </a:xfrm>
        </p:grpSpPr>
        <p:sp>
          <p:nvSpPr>
            <p:cNvPr id="16" name="TextBox 15">
              <a:extLst>
                <a:ext uri="{FF2B5EF4-FFF2-40B4-BE49-F238E27FC236}">
                  <a16:creationId xmlns:a16="http://schemas.microsoft.com/office/drawing/2014/main" id="{880308D7-9ED8-0339-56EC-BD07C251208E}"/>
                </a:ext>
              </a:extLst>
            </p:cNvPr>
            <p:cNvSpPr txBox="1"/>
            <p:nvPr/>
          </p:nvSpPr>
          <p:spPr>
            <a:xfrm>
              <a:off x="1653336" y="1920441"/>
              <a:ext cx="9478086" cy="553998"/>
            </a:xfrm>
            <a:prstGeom prst="rect">
              <a:avLst/>
            </a:prstGeom>
            <a:noFill/>
          </p:spPr>
          <p:txBody>
            <a:bodyPr wrap="square" rtlCol="0">
              <a:spAutoFit/>
            </a:bodyPr>
            <a:lstStyle/>
            <a:p>
              <a:r>
                <a:rPr lang="en-US" sz="3000" dirty="0">
                  <a:latin typeface="Aptos" panose="020B0004020202020204" pitchFamily="34" charset="0"/>
                </a:rPr>
                <a:t>HPC Resources</a:t>
              </a:r>
            </a:p>
          </p:txBody>
        </p:sp>
        <p:grpSp>
          <p:nvGrpSpPr>
            <p:cNvPr id="17" name="Group 16">
              <a:extLst>
                <a:ext uri="{FF2B5EF4-FFF2-40B4-BE49-F238E27FC236}">
                  <a16:creationId xmlns:a16="http://schemas.microsoft.com/office/drawing/2014/main" id="{A0CF95FB-9F40-9368-4A59-EAC7ABEFE6B9}"/>
                </a:ext>
              </a:extLst>
            </p:cNvPr>
            <p:cNvGrpSpPr/>
            <p:nvPr/>
          </p:nvGrpSpPr>
          <p:grpSpPr>
            <a:xfrm>
              <a:off x="587828" y="1856793"/>
              <a:ext cx="685800" cy="685800"/>
              <a:chOff x="475861" y="1763486"/>
              <a:chExt cx="685800" cy="685800"/>
            </a:xfrm>
          </p:grpSpPr>
          <p:sp>
            <p:nvSpPr>
              <p:cNvPr id="18" name="Oval 17">
                <a:extLst>
                  <a:ext uri="{FF2B5EF4-FFF2-40B4-BE49-F238E27FC236}">
                    <a16:creationId xmlns:a16="http://schemas.microsoft.com/office/drawing/2014/main" id="{E5762C16-5843-E85E-650D-8E6C393B545D}"/>
                  </a:ext>
                </a:extLst>
              </p:cNvPr>
              <p:cNvSpPr/>
              <p:nvPr/>
            </p:nvSpPr>
            <p:spPr>
              <a:xfrm>
                <a:off x="475861" y="1763486"/>
                <a:ext cx="685800" cy="68580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877F6EB-1FD5-42F0-ADA6-F1A7DF57AA52}"/>
                  </a:ext>
                </a:extLst>
              </p:cNvPr>
              <p:cNvSpPr txBox="1"/>
              <p:nvPr/>
            </p:nvSpPr>
            <p:spPr>
              <a:xfrm>
                <a:off x="515516" y="1829387"/>
                <a:ext cx="606490" cy="553998"/>
              </a:xfrm>
              <a:prstGeom prst="rect">
                <a:avLst/>
              </a:prstGeom>
              <a:noFill/>
            </p:spPr>
            <p:txBody>
              <a:bodyPr wrap="square" rtlCol="0">
                <a:spAutoFit/>
              </a:bodyPr>
              <a:lstStyle/>
              <a:p>
                <a:pPr algn="ctr"/>
                <a:r>
                  <a:rPr lang="en-US" sz="3000" b="1" dirty="0">
                    <a:solidFill>
                      <a:srgbClr val="C00000"/>
                    </a:solidFill>
                    <a:latin typeface="Aptos" panose="020B0004020202020204" pitchFamily="34" charset="0"/>
                  </a:rPr>
                  <a:t>4</a:t>
                </a:r>
              </a:p>
            </p:txBody>
          </p:sp>
        </p:grpSp>
      </p:grpSp>
      <p:sp>
        <p:nvSpPr>
          <p:cNvPr id="20" name="Rectangle 19">
            <a:extLst>
              <a:ext uri="{FF2B5EF4-FFF2-40B4-BE49-F238E27FC236}">
                <a16:creationId xmlns:a16="http://schemas.microsoft.com/office/drawing/2014/main" id="{E4F2513E-5AE9-28CA-AF2E-38AB24091E53}"/>
              </a:ext>
            </a:extLst>
          </p:cNvPr>
          <p:cNvSpPr/>
          <p:nvPr/>
        </p:nvSpPr>
        <p:spPr>
          <a:xfrm>
            <a:off x="298938" y="1847088"/>
            <a:ext cx="8625606" cy="3054096"/>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6462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53373-B379-28F1-7A8A-AB8C01980F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99190E8-D0CD-ED4B-F3E5-51A452C76047}"/>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24BD948-B85C-B715-95AB-2149BD687544}"/>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HPC Resources</a:t>
            </a:r>
          </a:p>
        </p:txBody>
      </p:sp>
      <p:pic>
        <p:nvPicPr>
          <p:cNvPr id="3" name="Picture 2" descr="A red circle with text and a shield with a book&#10;&#10;Description automatically generated">
            <a:extLst>
              <a:ext uri="{FF2B5EF4-FFF2-40B4-BE49-F238E27FC236}">
                <a16:creationId xmlns:a16="http://schemas.microsoft.com/office/drawing/2014/main" id="{7B6F2693-8FA9-6157-B7C3-1AD2697F74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pic>
        <p:nvPicPr>
          <p:cNvPr id="6" name="Picture 5">
            <a:extLst>
              <a:ext uri="{FF2B5EF4-FFF2-40B4-BE49-F238E27FC236}">
                <a16:creationId xmlns:a16="http://schemas.microsoft.com/office/drawing/2014/main" id="{B1E0BFFB-AA45-ACA0-5131-0F6FE7B66A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7" y="1665613"/>
            <a:ext cx="7970982" cy="1704732"/>
          </a:xfrm>
          <a:prstGeom prst="rect">
            <a:avLst/>
          </a:prstGeom>
        </p:spPr>
      </p:pic>
      <p:pic>
        <p:nvPicPr>
          <p:cNvPr id="10" name="Picture 9">
            <a:extLst>
              <a:ext uri="{FF2B5EF4-FFF2-40B4-BE49-F238E27FC236}">
                <a16:creationId xmlns:a16="http://schemas.microsoft.com/office/drawing/2014/main" id="{250EC396-872A-6386-AA54-DDA963D6C589}"/>
              </a:ext>
            </a:extLst>
          </p:cNvPr>
          <p:cNvPicPr>
            <a:picLocks noChangeAspect="1"/>
          </p:cNvPicPr>
          <p:nvPr/>
        </p:nvPicPr>
        <p:blipFill>
          <a:blip r:embed="rId5"/>
          <a:stretch>
            <a:fillRect/>
          </a:stretch>
        </p:blipFill>
        <p:spPr>
          <a:xfrm>
            <a:off x="5759705" y="5001142"/>
            <a:ext cx="6296904" cy="1800476"/>
          </a:xfrm>
          <a:prstGeom prst="rect">
            <a:avLst/>
          </a:prstGeom>
        </p:spPr>
      </p:pic>
      <p:pic>
        <p:nvPicPr>
          <p:cNvPr id="12" name="Picture 11">
            <a:extLst>
              <a:ext uri="{FF2B5EF4-FFF2-40B4-BE49-F238E27FC236}">
                <a16:creationId xmlns:a16="http://schemas.microsoft.com/office/drawing/2014/main" id="{E0C19749-AFDF-1BD7-C403-752C96DC5D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72639" y="4340021"/>
            <a:ext cx="3581400" cy="1266825"/>
          </a:xfrm>
          <a:prstGeom prst="rect">
            <a:avLst/>
          </a:prstGeom>
        </p:spPr>
      </p:pic>
      <p:pic>
        <p:nvPicPr>
          <p:cNvPr id="20" name="Picture 19">
            <a:extLst>
              <a:ext uri="{FF2B5EF4-FFF2-40B4-BE49-F238E27FC236}">
                <a16:creationId xmlns:a16="http://schemas.microsoft.com/office/drawing/2014/main" id="{0C4FD644-49A6-8532-142F-8203EE9DCE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37961" y="3316843"/>
            <a:ext cx="3207699" cy="1804330"/>
          </a:xfrm>
          <a:prstGeom prst="rect">
            <a:avLst/>
          </a:prstGeom>
        </p:spPr>
      </p:pic>
      <p:pic>
        <p:nvPicPr>
          <p:cNvPr id="22" name="Picture 21">
            <a:extLst>
              <a:ext uri="{FF2B5EF4-FFF2-40B4-BE49-F238E27FC236}">
                <a16:creationId xmlns:a16="http://schemas.microsoft.com/office/drawing/2014/main" id="{D57F8E96-9223-59F1-4D85-E326342478A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5329" y="5236808"/>
            <a:ext cx="4245264" cy="1451880"/>
          </a:xfrm>
          <a:prstGeom prst="rect">
            <a:avLst/>
          </a:prstGeom>
        </p:spPr>
      </p:pic>
      <p:pic>
        <p:nvPicPr>
          <p:cNvPr id="26" name="Picture 25">
            <a:extLst>
              <a:ext uri="{FF2B5EF4-FFF2-40B4-BE49-F238E27FC236}">
                <a16:creationId xmlns:a16="http://schemas.microsoft.com/office/drawing/2014/main" id="{0E97ACA7-1887-2230-C1CA-9C1267BEE2D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697064" y="2392791"/>
            <a:ext cx="1729509" cy="1729509"/>
          </a:xfrm>
          <a:prstGeom prst="rect">
            <a:avLst/>
          </a:prstGeom>
        </p:spPr>
      </p:pic>
    </p:spTree>
    <p:extLst>
      <p:ext uri="{BB962C8B-B14F-4D97-AF65-F5344CB8AC3E}">
        <p14:creationId xmlns:p14="http://schemas.microsoft.com/office/powerpoint/2010/main" val="42889094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AC6BF-D6FF-38D2-DF05-B2D5ADEB79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CD1D021-79DB-53A1-9B32-A2E7E1F86F9E}"/>
              </a:ext>
            </a:extLst>
          </p:cNvPr>
          <p:cNvSpPr/>
          <p:nvPr/>
        </p:nvSpPr>
        <p:spPr>
          <a:xfrm>
            <a:off x="0" y="465992"/>
            <a:ext cx="12192000" cy="984388"/>
          </a:xfrm>
          <a:prstGeom prst="rect">
            <a:avLst/>
          </a:prstGeom>
          <a:solidFill>
            <a:srgbClr val="A40000"/>
          </a:solidFill>
          <a:ln>
            <a:solidFill>
              <a:srgbClr val="A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E709F133-6BAF-47CA-B7A9-46D584B03D60}"/>
              </a:ext>
            </a:extLst>
          </p:cNvPr>
          <p:cNvSpPr txBox="1">
            <a:spLocks/>
          </p:cNvSpPr>
          <p:nvPr/>
        </p:nvSpPr>
        <p:spPr>
          <a:xfrm>
            <a:off x="298938" y="539389"/>
            <a:ext cx="11002818" cy="84068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chemeClr val="bg1"/>
                </a:solidFill>
                <a:latin typeface="Microsoft JhengHei" panose="020B0604030504040204" pitchFamily="34" charset="-120"/>
                <a:ea typeface="Microsoft JhengHei" panose="020B0604030504040204" pitchFamily="34" charset="-120"/>
                <a:cs typeface="Calibri Light" panose="020F0302020204030204" pitchFamily="34" charset="0"/>
              </a:rPr>
              <a:t>HPC Resources</a:t>
            </a:r>
          </a:p>
        </p:txBody>
      </p:sp>
      <p:pic>
        <p:nvPicPr>
          <p:cNvPr id="3" name="Picture 2" descr="A red circle with text and a shield with a book&#10;&#10;Description automatically generated">
            <a:extLst>
              <a:ext uri="{FF2B5EF4-FFF2-40B4-BE49-F238E27FC236}">
                <a16:creationId xmlns:a16="http://schemas.microsoft.com/office/drawing/2014/main" id="{E9AC3C54-3C5D-C4A7-A626-FFC2D556C5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1380" y="5892895"/>
            <a:ext cx="785229" cy="795793"/>
          </a:xfrm>
          <a:prstGeom prst="rect">
            <a:avLst/>
          </a:prstGeom>
        </p:spPr>
      </p:pic>
      <p:pic>
        <p:nvPicPr>
          <p:cNvPr id="18" name="Picture 17">
            <a:extLst>
              <a:ext uri="{FF2B5EF4-FFF2-40B4-BE49-F238E27FC236}">
                <a16:creationId xmlns:a16="http://schemas.microsoft.com/office/drawing/2014/main" id="{973E68C3-5A54-ABE0-BBF4-25C212587E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7064" y="2392791"/>
            <a:ext cx="1729509" cy="1729509"/>
          </a:xfrm>
          <a:prstGeom prst="rect">
            <a:avLst/>
          </a:prstGeom>
        </p:spPr>
      </p:pic>
      <p:pic>
        <p:nvPicPr>
          <p:cNvPr id="5" name="Picture 4">
            <a:extLst>
              <a:ext uri="{FF2B5EF4-FFF2-40B4-BE49-F238E27FC236}">
                <a16:creationId xmlns:a16="http://schemas.microsoft.com/office/drawing/2014/main" id="{61871CD6-C015-9C26-F72F-6E88A42934F1}"/>
              </a:ext>
            </a:extLst>
          </p:cNvPr>
          <p:cNvPicPr>
            <a:picLocks noChangeAspect="1"/>
          </p:cNvPicPr>
          <p:nvPr/>
        </p:nvPicPr>
        <p:blipFill>
          <a:blip r:embed="rId5"/>
          <a:stretch>
            <a:fillRect/>
          </a:stretch>
        </p:blipFill>
        <p:spPr>
          <a:xfrm>
            <a:off x="501446" y="2392791"/>
            <a:ext cx="8396748" cy="4227507"/>
          </a:xfrm>
          <a:prstGeom prst="rect">
            <a:avLst/>
          </a:prstGeom>
        </p:spPr>
      </p:pic>
      <p:sp>
        <p:nvSpPr>
          <p:cNvPr id="8" name="TextBox 7">
            <a:extLst>
              <a:ext uri="{FF2B5EF4-FFF2-40B4-BE49-F238E27FC236}">
                <a16:creationId xmlns:a16="http://schemas.microsoft.com/office/drawing/2014/main" id="{1B5CD5FA-4609-8110-2ADA-DF1F3ADB453A}"/>
              </a:ext>
            </a:extLst>
          </p:cNvPr>
          <p:cNvSpPr txBox="1"/>
          <p:nvPr/>
        </p:nvSpPr>
        <p:spPr>
          <a:xfrm>
            <a:off x="411418" y="1732645"/>
            <a:ext cx="11259472" cy="461665"/>
          </a:xfrm>
          <a:prstGeom prst="rect">
            <a:avLst/>
          </a:prstGeom>
          <a:noFill/>
        </p:spPr>
        <p:txBody>
          <a:bodyPr wrap="square" rtlCol="0">
            <a:spAutoFit/>
          </a:bodyPr>
          <a:lstStyle/>
          <a:p>
            <a:r>
              <a:rPr lang="en-US" sz="2400" b="1" dirty="0">
                <a:solidFill>
                  <a:srgbClr val="C00000"/>
                </a:solidFill>
                <a:latin typeface="Aptos" panose="020B0004020202020204" pitchFamily="34" charset="0"/>
              </a:rPr>
              <a:t>Create your own Cluster on AWS</a:t>
            </a:r>
          </a:p>
        </p:txBody>
      </p:sp>
    </p:spTree>
    <p:extLst>
      <p:ext uri="{BB962C8B-B14F-4D97-AF65-F5344CB8AC3E}">
        <p14:creationId xmlns:p14="http://schemas.microsoft.com/office/powerpoint/2010/main" val="4084009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16032</TotalTime>
  <Words>2781</Words>
  <Application>Microsoft Office PowerPoint</Application>
  <PresentationFormat>Widescreen</PresentationFormat>
  <Paragraphs>345</Paragraphs>
  <Slides>46</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Microsoft JhengHei</vt:lpstr>
      <vt:lpstr>Aptos</vt:lpstr>
      <vt:lpstr>Arial</vt:lpstr>
      <vt:lpstr>Calibri</vt:lpstr>
      <vt:lpstr>Calibri Light</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Lillian Bei Jia Lau</dc:creator>
  <cp:lastModifiedBy>Lillian Bei Jia Lau</cp:lastModifiedBy>
  <cp:revision>236</cp:revision>
  <dcterms:created xsi:type="dcterms:W3CDTF">2022-05-19T18:23:24Z</dcterms:created>
  <dcterms:modified xsi:type="dcterms:W3CDTF">2026-09-23T21:26:16Z</dcterms:modified>
</cp:coreProperties>
</file>